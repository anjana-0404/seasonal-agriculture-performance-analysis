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0" r:id="rId4"/>
    <p:sldMasterId id="214748368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fa2b6afa32_3_18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g3fa2b6afa32_3_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fa2b6afa32_3_19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g3fa2b6afa32_3_1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fa2b6afa32_3_20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g3fa2b6afa32_3_2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fa2b6afa32_3_20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g3fa2b6afa32_3_2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fa2b6afa32_3_2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g3fa2b6afa32_3_2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g3fa2b6afa32_3_2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fa2b6afa32_3_22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g3fa2b6afa32_3_2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fa2b6afa32_3_22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g3fa2b6afa32_3_2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fa2b6afa32_3_23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g3fa2b6afa32_3_2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fa2b6afa32_3_24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g3fa2b6afa32_3_2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fa2b6afa32_3_25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g3fa2b6afa32_3_2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fa2b6afa32_3_26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g3fa2b6afa32_3_2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fa2b6afa32_3_26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g3fa2b6afa32_3_2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fa2b6afa32_3_27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g3fa2b6afa32_3_2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fa2b6afa32_3_28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g3fa2b6afa32_3_2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70" name="Shape 70"/>
        <p:cNvGrpSpPr/>
        <p:nvPr/>
      </p:nvGrpSpPr>
      <p:grpSpPr>
        <a:xfrm>
          <a:off x="0" y="0"/>
          <a:ext cx="0" cy="0"/>
          <a:chOff x="0" y="0"/>
          <a:chExt cx="0" cy="0"/>
        </a:xfrm>
      </p:grpSpPr>
      <p:sp>
        <p:nvSpPr>
          <p:cNvPr id="71" name="Google Shape;71;p14"/>
          <p:cNvSpPr txBox="1"/>
          <p:nvPr>
            <p:ph idx="1" type="body"/>
          </p:nvPr>
        </p:nvSpPr>
        <p:spPr>
          <a:xfrm>
            <a:off x="4734653" y="3106499"/>
            <a:ext cx="3165634" cy="646123"/>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1200"/>
              <a:buNone/>
              <a:defRPr b="1" sz="1500">
                <a:solidFill>
                  <a:schemeClr val="accent4"/>
                </a:solidFill>
                <a:latin typeface="Trebuchet MS"/>
                <a:ea typeface="Trebuchet MS"/>
                <a:cs typeface="Trebuchet MS"/>
                <a:sym typeface="Trebuchet MS"/>
              </a:defRPr>
            </a:lvl1pPr>
            <a:lvl2pPr indent="-228600" lvl="1" marL="914400" algn="l">
              <a:spcBef>
                <a:spcPts val="800"/>
              </a:spcBef>
              <a:spcAft>
                <a:spcPts val="0"/>
              </a:spcAft>
              <a:buSzPts val="1200"/>
              <a:buNone/>
              <a:defRPr sz="1500"/>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72" name="Google Shape;72;p14"/>
          <p:cNvSpPr/>
          <p:nvPr/>
        </p:nvSpPr>
        <p:spPr>
          <a:xfrm>
            <a:off x="555232" y="1037107"/>
            <a:ext cx="922174" cy="794978"/>
          </a:xfrm>
          <a:prstGeom prst="hexagon">
            <a:avLst>
              <a:gd fmla="val 25000" name="adj"/>
              <a:gd fmla="val 115470" name="vf"/>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Trebuchet MS"/>
              <a:ea typeface="Trebuchet MS"/>
              <a:cs typeface="Trebuchet MS"/>
              <a:sym typeface="Trebuchet MS"/>
            </a:endParaRPr>
          </a:p>
        </p:txBody>
      </p:sp>
      <p:sp>
        <p:nvSpPr>
          <p:cNvPr id="73" name="Google Shape;73;p14"/>
          <p:cNvSpPr/>
          <p:nvPr/>
        </p:nvSpPr>
        <p:spPr>
          <a:xfrm>
            <a:off x="2816273" y="895965"/>
            <a:ext cx="1249621" cy="1077260"/>
          </a:xfrm>
          <a:prstGeom prst="hexagon">
            <a:avLst>
              <a:gd fmla="val 25000" name="adj"/>
              <a:gd fmla="val 115470" name="vf"/>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Trebuchet MS"/>
              <a:ea typeface="Trebuchet MS"/>
              <a:cs typeface="Trebuchet MS"/>
              <a:sym typeface="Trebuchet MS"/>
            </a:endParaRPr>
          </a:p>
        </p:txBody>
      </p:sp>
      <p:sp>
        <p:nvSpPr>
          <p:cNvPr id="74" name="Google Shape;74;p14"/>
          <p:cNvSpPr/>
          <p:nvPr/>
        </p:nvSpPr>
        <p:spPr>
          <a:xfrm>
            <a:off x="2853746" y="3924887"/>
            <a:ext cx="538696" cy="464393"/>
          </a:xfrm>
          <a:prstGeom prst="hexagon">
            <a:avLst>
              <a:gd fmla="val 25000" name="adj"/>
              <a:gd fmla="val 115470" name="vf"/>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Trebuchet MS"/>
              <a:ea typeface="Trebuchet MS"/>
              <a:cs typeface="Trebuchet MS"/>
              <a:sym typeface="Trebuchet MS"/>
            </a:endParaRPr>
          </a:p>
        </p:txBody>
      </p:sp>
      <p:sp>
        <p:nvSpPr>
          <p:cNvPr id="75" name="Google Shape;75;p14"/>
          <p:cNvSpPr/>
          <p:nvPr/>
        </p:nvSpPr>
        <p:spPr>
          <a:xfrm>
            <a:off x="1378379" y="825980"/>
            <a:ext cx="488710" cy="421302"/>
          </a:xfrm>
          <a:prstGeom prst="hexagon">
            <a:avLst>
              <a:gd fmla="val 25000" name="adj"/>
              <a:gd fmla="val 115470" name="vf"/>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Trebuchet MS"/>
              <a:ea typeface="Trebuchet MS"/>
              <a:cs typeface="Trebuchet MS"/>
              <a:sym typeface="Trebuchet MS"/>
            </a:endParaRPr>
          </a:p>
        </p:txBody>
      </p:sp>
      <p:sp>
        <p:nvSpPr>
          <p:cNvPr id="76" name="Google Shape;76;p14"/>
          <p:cNvSpPr/>
          <p:nvPr>
            <p:ph idx="2" type="pic"/>
          </p:nvPr>
        </p:nvSpPr>
        <p:spPr>
          <a:xfrm>
            <a:off x="1178636" y="1435533"/>
            <a:ext cx="2995218" cy="2713386"/>
          </a:xfrm>
          <a:prstGeom prst="rect">
            <a:avLst/>
          </a:prstGeom>
          <a:noFill/>
          <a:ln>
            <a:noFill/>
          </a:ln>
        </p:spPr>
      </p:sp>
      <p:sp>
        <p:nvSpPr>
          <p:cNvPr id="77" name="Google Shape;77;p14"/>
          <p:cNvSpPr txBox="1"/>
          <p:nvPr>
            <p:ph type="title"/>
          </p:nvPr>
        </p:nvSpPr>
        <p:spPr>
          <a:xfrm>
            <a:off x="4734653" y="1537914"/>
            <a:ext cx="3749040" cy="1311737"/>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2100"/>
              <a:buFont typeface="Trebuchet MS"/>
              <a:buNone/>
              <a:defRPr sz="2100">
                <a:solidFill>
                  <a:schemeClr val="dk1"/>
                </a:solidFill>
                <a:latin typeface="Trebuchet MS"/>
                <a:ea typeface="Trebuchet MS"/>
                <a:cs typeface="Trebuchet MS"/>
                <a:sym typeface="Trebuchet MS"/>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Tree>
  </p:cSld>
  <p:clrMapOvr>
    <a:masterClrMapping/>
  </p:clrMapOvr>
  <p:extLst>
    <p:ext uri="{DCECCB84-F9BA-43D5-87BE-67443E8EF086}">
      <p15:sldGuideLst>
        <p15:guide id="1" orient="horz" pos="95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78" name="Shape 78"/>
        <p:cNvGrpSpPr/>
        <p:nvPr/>
      </p:nvGrpSpPr>
      <p:grpSpPr>
        <a:xfrm>
          <a:off x="0" y="0"/>
          <a:ext cx="0" cy="0"/>
          <a:chOff x="0" y="0"/>
          <a:chExt cx="0" cy="0"/>
        </a:xfrm>
      </p:grpSpPr>
      <p:sp>
        <p:nvSpPr>
          <p:cNvPr id="79" name="Google Shape;79;p15"/>
          <p:cNvSpPr txBox="1"/>
          <p:nvPr>
            <p:ph idx="1" type="body"/>
          </p:nvPr>
        </p:nvSpPr>
        <p:spPr>
          <a:xfrm>
            <a:off x="495300" y="1533525"/>
            <a:ext cx="3206353" cy="2670572"/>
          </a:xfrm>
          <a:prstGeom prst="rect">
            <a:avLst/>
          </a:prstGeom>
          <a:noFill/>
          <a:ln>
            <a:noFill/>
          </a:ln>
        </p:spPr>
        <p:txBody>
          <a:bodyPr anchorCtr="0" anchor="t" bIns="34275" lIns="68575" spcFirstLastPara="1" rIns="68575" wrap="square" tIns="34275">
            <a:normAutofit/>
          </a:bodyPr>
          <a:lstStyle>
            <a:lvl1pPr indent="-304800" lvl="0" marL="457200" algn="l">
              <a:spcBef>
                <a:spcPts val="800"/>
              </a:spcBef>
              <a:spcAft>
                <a:spcPts val="0"/>
              </a:spcAft>
              <a:buClr>
                <a:schemeClr val="accent4"/>
              </a:buClr>
              <a:buSzPts val="1200"/>
              <a:buFont typeface="Noto Sans Symbols"/>
              <a:buChar char="▪"/>
              <a:defRPr sz="1500"/>
            </a:lvl1pPr>
            <a:lvl2pPr indent="-298450" lvl="1" marL="914400" algn="l">
              <a:spcBef>
                <a:spcPts val="800"/>
              </a:spcBef>
              <a:spcAft>
                <a:spcPts val="0"/>
              </a:spcAft>
              <a:buClr>
                <a:schemeClr val="accent4"/>
              </a:buClr>
              <a:buSzPts val="1100"/>
              <a:buFont typeface="Noto Sans Symbols"/>
              <a:buChar char="▪"/>
              <a:defRPr sz="1400"/>
            </a:lvl2pPr>
            <a:lvl3pPr indent="-292100" lvl="2" marL="1371600" algn="l">
              <a:spcBef>
                <a:spcPts val="800"/>
              </a:spcBef>
              <a:spcAft>
                <a:spcPts val="0"/>
              </a:spcAft>
              <a:buClr>
                <a:schemeClr val="accent4"/>
              </a:buClr>
              <a:buSzPts val="1000"/>
              <a:buFont typeface="Noto Sans Symbols"/>
              <a:buChar char="▪"/>
              <a:defRPr sz="1200"/>
            </a:lvl3pPr>
            <a:lvl4pPr indent="-292100" lvl="3" marL="1828800" algn="l">
              <a:spcBef>
                <a:spcPts val="800"/>
              </a:spcBef>
              <a:spcAft>
                <a:spcPts val="0"/>
              </a:spcAft>
              <a:buClr>
                <a:schemeClr val="accent4"/>
              </a:buClr>
              <a:buSzPts val="1000"/>
              <a:buFont typeface="Noto Sans Symbols"/>
              <a:buChar char="▪"/>
              <a:defRPr sz="1200"/>
            </a:lvl4pPr>
            <a:lvl5pPr indent="-292100" lvl="4" marL="2286000" algn="l">
              <a:spcBef>
                <a:spcPts val="800"/>
              </a:spcBef>
              <a:spcAft>
                <a:spcPts val="0"/>
              </a:spcAft>
              <a:buClr>
                <a:schemeClr val="accent4"/>
              </a:buClr>
              <a:buSzPts val="1000"/>
              <a:buFont typeface="Noto Sans Symbols"/>
              <a:buChar char="▪"/>
              <a:defRPr sz="1200"/>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80" name="Google Shape;80;p15"/>
          <p:cNvSpPr/>
          <p:nvPr/>
        </p:nvSpPr>
        <p:spPr>
          <a:xfrm>
            <a:off x="7015843" y="4022990"/>
            <a:ext cx="342900" cy="342900"/>
          </a:xfrm>
          <a:prstGeom prst="rect">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Trebuchet MS"/>
              <a:ea typeface="Trebuchet MS"/>
              <a:cs typeface="Trebuchet MS"/>
              <a:sym typeface="Trebuchet MS"/>
            </a:endParaRPr>
          </a:p>
        </p:txBody>
      </p:sp>
      <p:sp>
        <p:nvSpPr>
          <p:cNvPr id="81" name="Google Shape;81;p15"/>
          <p:cNvSpPr/>
          <p:nvPr/>
        </p:nvSpPr>
        <p:spPr>
          <a:xfrm>
            <a:off x="5019593" y="1274917"/>
            <a:ext cx="239812" cy="239812"/>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Trebuchet MS"/>
              <a:ea typeface="Trebuchet MS"/>
              <a:cs typeface="Trebuchet MS"/>
              <a:sym typeface="Trebuchet MS"/>
            </a:endParaRPr>
          </a:p>
        </p:txBody>
      </p:sp>
      <p:sp>
        <p:nvSpPr>
          <p:cNvPr id="82" name="Google Shape;82;p15"/>
          <p:cNvSpPr/>
          <p:nvPr/>
        </p:nvSpPr>
        <p:spPr>
          <a:xfrm>
            <a:off x="7015843" y="4423304"/>
            <a:ext cx="134983" cy="134983"/>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Trebuchet MS"/>
              <a:ea typeface="Trebuchet MS"/>
              <a:cs typeface="Trebuchet MS"/>
              <a:sym typeface="Trebuchet MS"/>
            </a:endParaRPr>
          </a:p>
        </p:txBody>
      </p:sp>
      <p:sp>
        <p:nvSpPr>
          <p:cNvPr id="83" name="Google Shape;83;p15"/>
          <p:cNvSpPr/>
          <p:nvPr>
            <p:ph idx="2" type="pic"/>
          </p:nvPr>
        </p:nvSpPr>
        <p:spPr>
          <a:xfrm>
            <a:off x="5317670" y="589636"/>
            <a:ext cx="3331029" cy="4044777"/>
          </a:xfrm>
          <a:prstGeom prst="rect">
            <a:avLst/>
          </a:prstGeom>
          <a:noFill/>
          <a:ln>
            <a:noFill/>
          </a:ln>
        </p:spPr>
      </p:sp>
      <p:sp>
        <p:nvSpPr>
          <p:cNvPr id="84" name="Google Shape;84;p15"/>
          <p:cNvSpPr txBox="1"/>
          <p:nvPr>
            <p:ph type="title"/>
          </p:nvPr>
        </p:nvSpPr>
        <p:spPr>
          <a:xfrm>
            <a:off x="495300" y="603910"/>
            <a:ext cx="3206353" cy="623248"/>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600"/>
              <a:buFont typeface="Trebuchet MS"/>
              <a:buNone/>
              <a:defRPr b="1" sz="3600">
                <a:solidFill>
                  <a:schemeClr val="dk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Tree>
  </p:cSld>
  <p:clrMapOvr>
    <a:masterClrMapping/>
  </p:clrMapOvr>
  <p:extLst>
    <p:ext uri="{DCECCB84-F9BA-43D5-87BE-67443E8EF086}">
      <p15:sldGuideLst>
        <p15:guide id="1" orient="horz" pos="378">
          <p15:clr>
            <a:srgbClr val="FBAE40"/>
          </p15:clr>
        </p15:guide>
        <p15:guide id="2" pos="2880">
          <p15:clr>
            <a:srgbClr val="FBAE40"/>
          </p15:clr>
        </p15:guide>
        <p15:guide id="3" orient="horz" pos="106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85" name="Shape 85"/>
        <p:cNvGrpSpPr/>
        <p:nvPr/>
      </p:nvGrpSpPr>
      <p:grpSpPr>
        <a:xfrm>
          <a:off x="0" y="0"/>
          <a:ext cx="0" cy="0"/>
          <a:chOff x="0" y="0"/>
          <a:chExt cx="0" cy="0"/>
        </a:xfrm>
      </p:grpSpPr>
      <p:sp>
        <p:nvSpPr>
          <p:cNvPr id="86" name="Google Shape;86;p16"/>
          <p:cNvSpPr/>
          <p:nvPr/>
        </p:nvSpPr>
        <p:spPr>
          <a:xfrm>
            <a:off x="5522119" y="332447"/>
            <a:ext cx="271463" cy="271463"/>
          </a:xfrm>
          <a:prstGeom prst="ellipse">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accent5"/>
              </a:solidFill>
              <a:latin typeface="Trebuchet MS"/>
              <a:ea typeface="Trebuchet MS"/>
              <a:cs typeface="Trebuchet MS"/>
              <a:sym typeface="Trebuchet MS"/>
            </a:endParaRPr>
          </a:p>
        </p:txBody>
      </p:sp>
      <p:sp>
        <p:nvSpPr>
          <p:cNvPr id="87" name="Google Shape;87;p16"/>
          <p:cNvSpPr/>
          <p:nvPr/>
        </p:nvSpPr>
        <p:spPr>
          <a:xfrm>
            <a:off x="8255435" y="4204496"/>
            <a:ext cx="490670" cy="49067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accent5"/>
              </a:solidFill>
              <a:latin typeface="Trebuchet MS"/>
              <a:ea typeface="Trebuchet MS"/>
              <a:cs typeface="Trebuchet MS"/>
              <a:sym typeface="Trebuchet MS"/>
            </a:endParaRPr>
          </a:p>
        </p:txBody>
      </p:sp>
      <p:sp>
        <p:nvSpPr>
          <p:cNvPr id="88" name="Google Shape;88;p16"/>
          <p:cNvSpPr/>
          <p:nvPr/>
        </p:nvSpPr>
        <p:spPr>
          <a:xfrm>
            <a:off x="8012843" y="4599329"/>
            <a:ext cx="188364" cy="188364"/>
          </a:xfrm>
          <a:prstGeom prst="ellipse">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accent5"/>
              </a:solidFill>
              <a:latin typeface="Trebuchet MS"/>
              <a:ea typeface="Trebuchet MS"/>
              <a:cs typeface="Trebuchet MS"/>
              <a:sym typeface="Trebuchet MS"/>
            </a:endParaRPr>
          </a:p>
        </p:txBody>
      </p:sp>
      <p:sp>
        <p:nvSpPr>
          <p:cNvPr id="89" name="Google Shape;89;p16"/>
          <p:cNvSpPr/>
          <p:nvPr>
            <p:ph idx="2" type="pic"/>
          </p:nvPr>
        </p:nvSpPr>
        <p:spPr>
          <a:xfrm>
            <a:off x="4300062" y="468179"/>
            <a:ext cx="4391815" cy="4223678"/>
          </a:xfrm>
          <a:prstGeom prst="rect">
            <a:avLst/>
          </a:prstGeom>
          <a:noFill/>
          <a:ln>
            <a:noFill/>
          </a:ln>
        </p:spPr>
      </p:sp>
      <p:sp>
        <p:nvSpPr>
          <p:cNvPr id="90" name="Google Shape;90;p16"/>
          <p:cNvSpPr txBox="1"/>
          <p:nvPr>
            <p:ph idx="1" type="body"/>
          </p:nvPr>
        </p:nvSpPr>
        <p:spPr>
          <a:xfrm>
            <a:off x="495300" y="1533525"/>
            <a:ext cx="3206353" cy="2670572"/>
          </a:xfrm>
          <a:prstGeom prst="rect">
            <a:avLst/>
          </a:prstGeom>
          <a:noFill/>
          <a:ln>
            <a:noFill/>
          </a:ln>
        </p:spPr>
        <p:txBody>
          <a:bodyPr anchorCtr="0" anchor="t" bIns="34275" lIns="68575" spcFirstLastPara="1" rIns="68575" wrap="square" tIns="34275">
            <a:normAutofit/>
          </a:bodyPr>
          <a:lstStyle>
            <a:lvl1pPr indent="-304800" lvl="0" marL="457200" algn="l">
              <a:lnSpc>
                <a:spcPct val="150000"/>
              </a:lnSpc>
              <a:spcBef>
                <a:spcPts val="800"/>
              </a:spcBef>
              <a:spcAft>
                <a:spcPts val="0"/>
              </a:spcAft>
              <a:buClr>
                <a:schemeClr val="accent4"/>
              </a:buClr>
              <a:buSzPts val="1200"/>
              <a:buFont typeface="Noto Sans Symbols"/>
              <a:buChar char="▪"/>
              <a:defRPr sz="1500"/>
            </a:lvl1pPr>
            <a:lvl2pPr indent="-304800" lvl="1" marL="914400" algn="l">
              <a:spcBef>
                <a:spcPts val="800"/>
              </a:spcBef>
              <a:spcAft>
                <a:spcPts val="0"/>
              </a:spcAft>
              <a:buClr>
                <a:schemeClr val="accent4"/>
              </a:buClr>
              <a:buSzPts val="1200"/>
              <a:buFont typeface="Noto Sans Symbols"/>
              <a:buChar char="▪"/>
              <a:defRPr sz="1500"/>
            </a:lvl2pPr>
            <a:lvl3pPr indent="-298450" lvl="2" marL="1371600" algn="l">
              <a:spcBef>
                <a:spcPts val="800"/>
              </a:spcBef>
              <a:spcAft>
                <a:spcPts val="0"/>
              </a:spcAft>
              <a:buClr>
                <a:schemeClr val="accent4"/>
              </a:buClr>
              <a:buSzPts val="1100"/>
              <a:buFont typeface="Noto Sans Symbols"/>
              <a:buChar char="▪"/>
              <a:defRPr sz="1400"/>
            </a:lvl3pPr>
            <a:lvl4pPr indent="-298450" lvl="3" marL="1828800" algn="l">
              <a:spcBef>
                <a:spcPts val="800"/>
              </a:spcBef>
              <a:spcAft>
                <a:spcPts val="0"/>
              </a:spcAft>
              <a:buClr>
                <a:schemeClr val="accent4"/>
              </a:buClr>
              <a:buSzPts val="1100"/>
              <a:buFont typeface="Noto Sans Symbols"/>
              <a:buChar char="▪"/>
              <a:defRPr sz="1400"/>
            </a:lvl4pPr>
            <a:lvl5pPr indent="-298450" lvl="4" marL="2286000" algn="l">
              <a:spcBef>
                <a:spcPts val="800"/>
              </a:spcBef>
              <a:spcAft>
                <a:spcPts val="0"/>
              </a:spcAft>
              <a:buClr>
                <a:schemeClr val="accent4"/>
              </a:buClr>
              <a:buSzPts val="1100"/>
              <a:buFont typeface="Noto Sans Symbols"/>
              <a:buChar char="▪"/>
              <a:defRPr sz="1400"/>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91" name="Google Shape;91;p16"/>
          <p:cNvSpPr txBox="1"/>
          <p:nvPr>
            <p:ph type="title"/>
          </p:nvPr>
        </p:nvSpPr>
        <p:spPr>
          <a:xfrm>
            <a:off x="495300" y="603910"/>
            <a:ext cx="3206353" cy="623248"/>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600"/>
              <a:buFont typeface="Trebuchet MS"/>
              <a:buNone/>
              <a:defRPr b="1" sz="3600">
                <a:solidFill>
                  <a:schemeClr val="dk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Tree>
  </p:cSld>
  <p:clrMapOvr>
    <a:masterClrMapping/>
  </p:clrMapOvr>
  <p:extLst>
    <p:ext uri="{DCECCB84-F9BA-43D5-87BE-67443E8EF086}">
      <p15:sldGuideLst>
        <p15:guide id="1" orient="horz" pos="162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92" name="Shape 92"/>
        <p:cNvGrpSpPr/>
        <p:nvPr/>
      </p:nvGrpSpPr>
      <p:grpSpPr>
        <a:xfrm>
          <a:off x="0" y="0"/>
          <a:ext cx="0" cy="0"/>
          <a:chOff x="0" y="0"/>
          <a:chExt cx="0" cy="0"/>
        </a:xfrm>
      </p:grpSpPr>
      <p:sp>
        <p:nvSpPr>
          <p:cNvPr id="93" name="Google Shape;93;p17"/>
          <p:cNvSpPr/>
          <p:nvPr>
            <p:ph idx="2" type="pic"/>
          </p:nvPr>
        </p:nvSpPr>
        <p:spPr>
          <a:xfrm>
            <a:off x="4015131" y="1916663"/>
            <a:ext cx="1113739" cy="960120"/>
          </a:xfrm>
          <a:prstGeom prst="rect">
            <a:avLst/>
          </a:prstGeom>
          <a:noFill/>
          <a:ln>
            <a:noFill/>
          </a:ln>
        </p:spPr>
      </p:sp>
      <p:sp>
        <p:nvSpPr>
          <p:cNvPr id="94" name="Google Shape;94;p17"/>
          <p:cNvSpPr/>
          <p:nvPr>
            <p:ph idx="3" type="pic"/>
          </p:nvPr>
        </p:nvSpPr>
        <p:spPr>
          <a:xfrm>
            <a:off x="2336941" y="1916663"/>
            <a:ext cx="1113739" cy="960120"/>
          </a:xfrm>
          <a:prstGeom prst="rect">
            <a:avLst/>
          </a:prstGeom>
          <a:noFill/>
          <a:ln>
            <a:noFill/>
          </a:ln>
        </p:spPr>
      </p:sp>
      <p:sp>
        <p:nvSpPr>
          <p:cNvPr id="95" name="Google Shape;95;p17"/>
          <p:cNvSpPr/>
          <p:nvPr>
            <p:ph idx="4" type="pic"/>
          </p:nvPr>
        </p:nvSpPr>
        <p:spPr>
          <a:xfrm>
            <a:off x="5701849" y="1916663"/>
            <a:ext cx="1113739" cy="960120"/>
          </a:xfrm>
          <a:prstGeom prst="rect">
            <a:avLst/>
          </a:prstGeom>
          <a:noFill/>
          <a:ln>
            <a:noFill/>
          </a:ln>
        </p:spPr>
      </p:sp>
      <p:sp>
        <p:nvSpPr>
          <p:cNvPr id="96" name="Google Shape;96;p17"/>
          <p:cNvSpPr/>
          <p:nvPr>
            <p:ph idx="5" type="pic"/>
          </p:nvPr>
        </p:nvSpPr>
        <p:spPr>
          <a:xfrm>
            <a:off x="7380038" y="1916663"/>
            <a:ext cx="1113739" cy="960120"/>
          </a:xfrm>
          <a:prstGeom prst="rect">
            <a:avLst/>
          </a:prstGeom>
          <a:noFill/>
          <a:ln>
            <a:noFill/>
          </a:ln>
        </p:spPr>
      </p:sp>
      <p:sp>
        <p:nvSpPr>
          <p:cNvPr id="97" name="Google Shape;97;p17"/>
          <p:cNvSpPr txBox="1"/>
          <p:nvPr>
            <p:ph type="title"/>
          </p:nvPr>
        </p:nvSpPr>
        <p:spPr>
          <a:xfrm>
            <a:off x="324000" y="485775"/>
            <a:ext cx="8505000" cy="525086"/>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accent1"/>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17"/>
          <p:cNvSpPr/>
          <p:nvPr/>
        </p:nvSpPr>
        <p:spPr>
          <a:xfrm>
            <a:off x="410002" y="2600666"/>
            <a:ext cx="343701" cy="296294"/>
          </a:xfrm>
          <a:prstGeom prst="hexagon">
            <a:avLst>
              <a:gd fmla="val 25000" name="adj"/>
              <a:gd fmla="val 115470" name="vf"/>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Trebuchet MS"/>
              <a:ea typeface="Trebuchet MS"/>
              <a:cs typeface="Trebuchet MS"/>
              <a:sym typeface="Trebuchet MS"/>
            </a:endParaRPr>
          </a:p>
        </p:txBody>
      </p:sp>
      <p:sp>
        <p:nvSpPr>
          <p:cNvPr id="99" name="Google Shape;99;p17"/>
          <p:cNvSpPr/>
          <p:nvPr/>
        </p:nvSpPr>
        <p:spPr>
          <a:xfrm>
            <a:off x="8335003" y="1796042"/>
            <a:ext cx="268793" cy="231718"/>
          </a:xfrm>
          <a:prstGeom prst="hexagon">
            <a:avLst>
              <a:gd fmla="val 25000" name="adj"/>
              <a:gd fmla="val 115470" name="vf"/>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Trebuchet MS"/>
              <a:ea typeface="Trebuchet MS"/>
              <a:cs typeface="Trebuchet MS"/>
              <a:sym typeface="Trebuchet MS"/>
            </a:endParaRPr>
          </a:p>
        </p:txBody>
      </p:sp>
      <p:sp>
        <p:nvSpPr>
          <p:cNvPr id="100" name="Google Shape;100;p17"/>
          <p:cNvSpPr/>
          <p:nvPr/>
        </p:nvSpPr>
        <p:spPr>
          <a:xfrm>
            <a:off x="8161987" y="1651652"/>
            <a:ext cx="173016" cy="149152"/>
          </a:xfrm>
          <a:prstGeom prst="hexagon">
            <a:avLst>
              <a:gd fmla="val 25000" name="adj"/>
              <a:gd fmla="val 115470" name="vf"/>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Trebuchet MS"/>
              <a:ea typeface="Trebuchet MS"/>
              <a:cs typeface="Trebuchet MS"/>
              <a:sym typeface="Trebuchet MS"/>
            </a:endParaRPr>
          </a:p>
        </p:txBody>
      </p:sp>
      <p:sp>
        <p:nvSpPr>
          <p:cNvPr id="101" name="Google Shape;101;p17"/>
          <p:cNvSpPr txBox="1"/>
          <p:nvPr>
            <p:ph idx="1" type="body"/>
          </p:nvPr>
        </p:nvSpPr>
        <p:spPr>
          <a:xfrm>
            <a:off x="410001" y="3129571"/>
            <a:ext cx="1604772" cy="258234"/>
          </a:xfrm>
          <a:prstGeom prst="rect">
            <a:avLst/>
          </a:prstGeom>
          <a:noFill/>
          <a:ln>
            <a:noFill/>
          </a:ln>
        </p:spPr>
        <p:txBody>
          <a:bodyPr anchorCtr="0" anchor="t" bIns="34275" lIns="68575" spcFirstLastPara="1" rIns="68575" wrap="square" tIns="34275">
            <a:normAutofit/>
          </a:bodyPr>
          <a:lstStyle>
            <a:lvl1pPr indent="-228600" lvl="0" marL="457200" algn="ctr">
              <a:spcBef>
                <a:spcPts val="800"/>
              </a:spcBef>
              <a:spcAft>
                <a:spcPts val="0"/>
              </a:spcAft>
              <a:buSzPts val="1200"/>
              <a:buNone/>
              <a:defRPr b="1" sz="1500">
                <a:solidFill>
                  <a:schemeClr val="accent4"/>
                </a:solidFill>
                <a:latin typeface="Trebuchet MS"/>
                <a:ea typeface="Trebuchet MS"/>
                <a:cs typeface="Trebuchet MS"/>
                <a:sym typeface="Trebuchet MS"/>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02" name="Google Shape;102;p17"/>
          <p:cNvSpPr txBox="1"/>
          <p:nvPr>
            <p:ph idx="6" type="body"/>
          </p:nvPr>
        </p:nvSpPr>
        <p:spPr>
          <a:xfrm>
            <a:off x="417519" y="3441194"/>
            <a:ext cx="1604772" cy="258234"/>
          </a:xfrm>
          <a:prstGeom prst="rect">
            <a:avLst/>
          </a:prstGeom>
          <a:noFill/>
          <a:ln>
            <a:noFill/>
          </a:ln>
        </p:spPr>
        <p:txBody>
          <a:bodyPr anchorCtr="0" anchor="t" bIns="34275" lIns="68575" spcFirstLastPara="1" rIns="68575" wrap="square" tIns="34275">
            <a:normAutofit/>
          </a:bodyPr>
          <a:lstStyle>
            <a:lvl1pPr indent="-228600" lvl="0" marL="457200" algn="ctr">
              <a:spcBef>
                <a:spcPts val="800"/>
              </a:spcBef>
              <a:spcAft>
                <a:spcPts val="0"/>
              </a:spcAft>
              <a:buSzPts val="1000"/>
              <a:buNone/>
              <a:defRPr sz="1200">
                <a:solidFill>
                  <a:schemeClr val="dk1"/>
                </a:solidFill>
                <a:latin typeface="Trebuchet MS"/>
                <a:ea typeface="Trebuchet MS"/>
                <a:cs typeface="Trebuchet MS"/>
                <a:sym typeface="Trebuchet MS"/>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03" name="Google Shape;103;p17"/>
          <p:cNvSpPr txBox="1"/>
          <p:nvPr>
            <p:ph idx="7" type="body"/>
          </p:nvPr>
        </p:nvSpPr>
        <p:spPr>
          <a:xfrm>
            <a:off x="2092112" y="3129571"/>
            <a:ext cx="1604772" cy="258234"/>
          </a:xfrm>
          <a:prstGeom prst="rect">
            <a:avLst/>
          </a:prstGeom>
          <a:noFill/>
          <a:ln>
            <a:noFill/>
          </a:ln>
        </p:spPr>
        <p:txBody>
          <a:bodyPr anchorCtr="0" anchor="t" bIns="34275" lIns="68575" spcFirstLastPara="1" rIns="68575" wrap="square" tIns="34275">
            <a:normAutofit/>
          </a:bodyPr>
          <a:lstStyle>
            <a:lvl1pPr indent="-228600" lvl="0" marL="457200" algn="ctr">
              <a:spcBef>
                <a:spcPts val="800"/>
              </a:spcBef>
              <a:spcAft>
                <a:spcPts val="0"/>
              </a:spcAft>
              <a:buSzPts val="1200"/>
              <a:buNone/>
              <a:defRPr b="1" sz="1500">
                <a:solidFill>
                  <a:schemeClr val="accent4"/>
                </a:solidFill>
                <a:latin typeface="Trebuchet MS"/>
                <a:ea typeface="Trebuchet MS"/>
                <a:cs typeface="Trebuchet MS"/>
                <a:sym typeface="Trebuchet MS"/>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04" name="Google Shape;104;p17"/>
          <p:cNvSpPr txBox="1"/>
          <p:nvPr>
            <p:ph idx="8" type="body"/>
          </p:nvPr>
        </p:nvSpPr>
        <p:spPr>
          <a:xfrm>
            <a:off x="2092112" y="3441194"/>
            <a:ext cx="1604772" cy="258234"/>
          </a:xfrm>
          <a:prstGeom prst="rect">
            <a:avLst/>
          </a:prstGeom>
          <a:noFill/>
          <a:ln>
            <a:noFill/>
          </a:ln>
        </p:spPr>
        <p:txBody>
          <a:bodyPr anchorCtr="0" anchor="t" bIns="34275" lIns="68575" spcFirstLastPara="1" rIns="68575" wrap="square" tIns="34275">
            <a:normAutofit/>
          </a:bodyPr>
          <a:lstStyle>
            <a:lvl1pPr indent="-228600" lvl="0" marL="457200" algn="ctr">
              <a:spcBef>
                <a:spcPts val="800"/>
              </a:spcBef>
              <a:spcAft>
                <a:spcPts val="0"/>
              </a:spcAft>
              <a:buSzPts val="1000"/>
              <a:buNone/>
              <a:defRPr sz="1200">
                <a:solidFill>
                  <a:schemeClr val="dk1"/>
                </a:solidFill>
                <a:latin typeface="Trebuchet MS"/>
                <a:ea typeface="Trebuchet MS"/>
                <a:cs typeface="Trebuchet MS"/>
                <a:sym typeface="Trebuchet MS"/>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05" name="Google Shape;105;p17"/>
          <p:cNvSpPr txBox="1"/>
          <p:nvPr>
            <p:ph idx="9" type="body"/>
          </p:nvPr>
        </p:nvSpPr>
        <p:spPr>
          <a:xfrm>
            <a:off x="3774222" y="3129571"/>
            <a:ext cx="1604772" cy="258234"/>
          </a:xfrm>
          <a:prstGeom prst="rect">
            <a:avLst/>
          </a:prstGeom>
          <a:noFill/>
          <a:ln>
            <a:noFill/>
          </a:ln>
        </p:spPr>
        <p:txBody>
          <a:bodyPr anchorCtr="0" anchor="t" bIns="34275" lIns="68575" spcFirstLastPara="1" rIns="68575" wrap="square" tIns="34275">
            <a:normAutofit/>
          </a:bodyPr>
          <a:lstStyle>
            <a:lvl1pPr indent="-228600" lvl="0" marL="457200" algn="ctr">
              <a:spcBef>
                <a:spcPts val="800"/>
              </a:spcBef>
              <a:spcAft>
                <a:spcPts val="0"/>
              </a:spcAft>
              <a:buSzPts val="1200"/>
              <a:buNone/>
              <a:defRPr b="1" sz="1500">
                <a:solidFill>
                  <a:schemeClr val="accent4"/>
                </a:solidFill>
                <a:latin typeface="Trebuchet MS"/>
                <a:ea typeface="Trebuchet MS"/>
                <a:cs typeface="Trebuchet MS"/>
                <a:sym typeface="Trebuchet MS"/>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06" name="Google Shape;106;p17"/>
          <p:cNvSpPr txBox="1"/>
          <p:nvPr>
            <p:ph idx="13" type="body"/>
          </p:nvPr>
        </p:nvSpPr>
        <p:spPr>
          <a:xfrm>
            <a:off x="3771901" y="3441194"/>
            <a:ext cx="1604772" cy="258234"/>
          </a:xfrm>
          <a:prstGeom prst="rect">
            <a:avLst/>
          </a:prstGeom>
          <a:noFill/>
          <a:ln>
            <a:noFill/>
          </a:ln>
        </p:spPr>
        <p:txBody>
          <a:bodyPr anchorCtr="0" anchor="t" bIns="34275" lIns="68575" spcFirstLastPara="1" rIns="68575" wrap="square" tIns="34275">
            <a:normAutofit/>
          </a:bodyPr>
          <a:lstStyle>
            <a:lvl1pPr indent="-228600" lvl="0" marL="457200" algn="ctr">
              <a:spcBef>
                <a:spcPts val="800"/>
              </a:spcBef>
              <a:spcAft>
                <a:spcPts val="0"/>
              </a:spcAft>
              <a:buSzPts val="1000"/>
              <a:buNone/>
              <a:defRPr sz="1200">
                <a:solidFill>
                  <a:schemeClr val="dk1"/>
                </a:solidFill>
                <a:latin typeface="Trebuchet MS"/>
                <a:ea typeface="Trebuchet MS"/>
                <a:cs typeface="Trebuchet MS"/>
                <a:sym typeface="Trebuchet MS"/>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07" name="Google Shape;107;p17"/>
          <p:cNvSpPr txBox="1"/>
          <p:nvPr>
            <p:ph idx="14" type="body"/>
          </p:nvPr>
        </p:nvSpPr>
        <p:spPr>
          <a:xfrm>
            <a:off x="5456333" y="3129571"/>
            <a:ext cx="1604772" cy="258234"/>
          </a:xfrm>
          <a:prstGeom prst="rect">
            <a:avLst/>
          </a:prstGeom>
          <a:noFill/>
          <a:ln>
            <a:noFill/>
          </a:ln>
        </p:spPr>
        <p:txBody>
          <a:bodyPr anchorCtr="0" anchor="t" bIns="34275" lIns="68575" spcFirstLastPara="1" rIns="68575" wrap="square" tIns="34275">
            <a:normAutofit/>
          </a:bodyPr>
          <a:lstStyle>
            <a:lvl1pPr indent="-228600" lvl="0" marL="457200" algn="ctr">
              <a:spcBef>
                <a:spcPts val="800"/>
              </a:spcBef>
              <a:spcAft>
                <a:spcPts val="0"/>
              </a:spcAft>
              <a:buSzPts val="1200"/>
              <a:buNone/>
              <a:defRPr b="1" sz="1500">
                <a:solidFill>
                  <a:schemeClr val="accent4"/>
                </a:solidFill>
                <a:latin typeface="Trebuchet MS"/>
                <a:ea typeface="Trebuchet MS"/>
                <a:cs typeface="Trebuchet MS"/>
                <a:sym typeface="Trebuchet MS"/>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08" name="Google Shape;108;p17"/>
          <p:cNvSpPr txBox="1"/>
          <p:nvPr>
            <p:ph idx="15" type="body"/>
          </p:nvPr>
        </p:nvSpPr>
        <p:spPr>
          <a:xfrm>
            <a:off x="5456333" y="3441194"/>
            <a:ext cx="1604772" cy="258234"/>
          </a:xfrm>
          <a:prstGeom prst="rect">
            <a:avLst/>
          </a:prstGeom>
          <a:noFill/>
          <a:ln>
            <a:noFill/>
          </a:ln>
        </p:spPr>
        <p:txBody>
          <a:bodyPr anchorCtr="0" anchor="t" bIns="34275" lIns="68575" spcFirstLastPara="1" rIns="68575" wrap="square" tIns="34275">
            <a:normAutofit/>
          </a:bodyPr>
          <a:lstStyle>
            <a:lvl1pPr indent="-228600" lvl="0" marL="457200" algn="ctr">
              <a:spcBef>
                <a:spcPts val="800"/>
              </a:spcBef>
              <a:spcAft>
                <a:spcPts val="0"/>
              </a:spcAft>
              <a:buSzPts val="1000"/>
              <a:buNone/>
              <a:defRPr sz="1200">
                <a:solidFill>
                  <a:schemeClr val="dk1"/>
                </a:solidFill>
                <a:latin typeface="Trebuchet MS"/>
                <a:ea typeface="Trebuchet MS"/>
                <a:cs typeface="Trebuchet MS"/>
                <a:sym typeface="Trebuchet MS"/>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09" name="Google Shape;109;p17"/>
          <p:cNvSpPr txBox="1"/>
          <p:nvPr>
            <p:ph idx="16" type="body"/>
          </p:nvPr>
        </p:nvSpPr>
        <p:spPr>
          <a:xfrm>
            <a:off x="7138442" y="3129571"/>
            <a:ext cx="1604772" cy="258234"/>
          </a:xfrm>
          <a:prstGeom prst="rect">
            <a:avLst/>
          </a:prstGeom>
          <a:noFill/>
          <a:ln>
            <a:noFill/>
          </a:ln>
        </p:spPr>
        <p:txBody>
          <a:bodyPr anchorCtr="0" anchor="t" bIns="34275" lIns="68575" spcFirstLastPara="1" rIns="68575" wrap="square" tIns="34275">
            <a:normAutofit/>
          </a:bodyPr>
          <a:lstStyle>
            <a:lvl1pPr indent="-228600" lvl="0" marL="457200" algn="ctr">
              <a:spcBef>
                <a:spcPts val="800"/>
              </a:spcBef>
              <a:spcAft>
                <a:spcPts val="0"/>
              </a:spcAft>
              <a:buSzPts val="1200"/>
              <a:buNone/>
              <a:defRPr b="1" sz="1500">
                <a:solidFill>
                  <a:schemeClr val="accent4"/>
                </a:solidFill>
                <a:latin typeface="Trebuchet MS"/>
                <a:ea typeface="Trebuchet MS"/>
                <a:cs typeface="Trebuchet MS"/>
                <a:sym typeface="Trebuchet MS"/>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10" name="Google Shape;110;p17"/>
          <p:cNvSpPr txBox="1"/>
          <p:nvPr>
            <p:ph idx="17" type="body"/>
          </p:nvPr>
        </p:nvSpPr>
        <p:spPr>
          <a:xfrm>
            <a:off x="7138442" y="3441194"/>
            <a:ext cx="1604772" cy="258234"/>
          </a:xfrm>
          <a:prstGeom prst="rect">
            <a:avLst/>
          </a:prstGeom>
          <a:noFill/>
          <a:ln>
            <a:noFill/>
          </a:ln>
        </p:spPr>
        <p:txBody>
          <a:bodyPr anchorCtr="0" anchor="t" bIns="34275" lIns="68575" spcFirstLastPara="1" rIns="68575" wrap="square" tIns="34275">
            <a:normAutofit/>
          </a:bodyPr>
          <a:lstStyle>
            <a:lvl1pPr indent="-228600" lvl="0" marL="457200" algn="ctr">
              <a:spcBef>
                <a:spcPts val="800"/>
              </a:spcBef>
              <a:spcAft>
                <a:spcPts val="0"/>
              </a:spcAft>
              <a:buSzPts val="1000"/>
              <a:buNone/>
              <a:defRPr sz="1200">
                <a:solidFill>
                  <a:schemeClr val="dk1"/>
                </a:solidFill>
                <a:latin typeface="Trebuchet MS"/>
                <a:ea typeface="Trebuchet MS"/>
                <a:cs typeface="Trebuchet MS"/>
                <a:sym typeface="Trebuchet MS"/>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11" name="Google Shape;111;p17"/>
          <p:cNvSpPr/>
          <p:nvPr>
            <p:ph idx="18" type="pic"/>
          </p:nvPr>
        </p:nvSpPr>
        <p:spPr>
          <a:xfrm>
            <a:off x="658753" y="1916663"/>
            <a:ext cx="1113739" cy="960120"/>
          </a:xfrm>
          <a:prstGeom prst="rect">
            <a:avLst/>
          </a:prstGeom>
          <a:no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12" name="Shape 112"/>
        <p:cNvGrpSpPr/>
        <p:nvPr/>
      </p:nvGrpSpPr>
      <p:grpSpPr>
        <a:xfrm>
          <a:off x="0" y="0"/>
          <a:ext cx="0" cy="0"/>
          <a:chOff x="0" y="0"/>
          <a:chExt cx="0" cy="0"/>
        </a:xfrm>
      </p:grpSpPr>
      <p:grpSp>
        <p:nvGrpSpPr>
          <p:cNvPr id="113" name="Google Shape;113;p18"/>
          <p:cNvGrpSpPr/>
          <p:nvPr/>
        </p:nvGrpSpPr>
        <p:grpSpPr>
          <a:xfrm>
            <a:off x="0" y="-6350"/>
            <a:ext cx="9144000" cy="5149850"/>
            <a:chOff x="0" y="-8467"/>
            <a:chExt cx="12192000" cy="6866467"/>
          </a:xfrm>
        </p:grpSpPr>
        <p:sp>
          <p:nvSpPr>
            <p:cNvPr id="114" name="Google Shape;114;p18"/>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70196"/>
              </a:schemeClr>
            </a:solidFill>
            <a:ln>
              <a:noFill/>
            </a:ln>
          </p:spPr>
        </p:sp>
        <p:cxnSp>
          <p:nvCxnSpPr>
            <p:cNvPr id="115" name="Google Shape;115;p18"/>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116" name="Google Shape;116;p18"/>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117" name="Google Shape;117;p18"/>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118" name="Google Shape;118;p18"/>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19" name="Google Shape;119;p18"/>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0" name="Google Shape;120;p18"/>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121" name="Google Shape;121;p18"/>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122" name="Google Shape;122;p18"/>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23" name="Google Shape;123;p18"/>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sp>
        <p:nvSpPr>
          <p:cNvPr id="124" name="Google Shape;124;p18"/>
          <p:cNvSpPr txBox="1"/>
          <p:nvPr>
            <p:ph type="ctrTitle"/>
          </p:nvPr>
        </p:nvSpPr>
        <p:spPr>
          <a:xfrm>
            <a:off x="1130300" y="1803400"/>
            <a:ext cx="5825202" cy="1234727"/>
          </a:xfrm>
          <a:prstGeom prst="rect">
            <a:avLst/>
          </a:prstGeom>
          <a:noFill/>
          <a:ln>
            <a:noFill/>
          </a:ln>
        </p:spPr>
        <p:txBody>
          <a:bodyPr anchorCtr="0" anchor="b" bIns="34275" lIns="68575" spcFirstLastPara="1" rIns="68575" wrap="square" tIns="34275">
            <a:noAutofit/>
          </a:bodyPr>
          <a:lstStyle>
            <a:lvl1pPr lvl="0" algn="r">
              <a:spcBef>
                <a:spcPts val="0"/>
              </a:spcBef>
              <a:spcAft>
                <a:spcPts val="0"/>
              </a:spcAft>
              <a:buClr>
                <a:schemeClr val="accent1"/>
              </a:buClr>
              <a:buSzPts val="4100"/>
              <a:buFont typeface="Trebuchet MS"/>
              <a:buNone/>
              <a:defRPr sz="4100">
                <a:solidFill>
                  <a:schemeClr val="accen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5" name="Google Shape;125;p18"/>
          <p:cNvSpPr txBox="1"/>
          <p:nvPr>
            <p:ph idx="1" type="subTitle"/>
          </p:nvPr>
        </p:nvSpPr>
        <p:spPr>
          <a:xfrm>
            <a:off x="1130300" y="3038125"/>
            <a:ext cx="5825202" cy="822674"/>
          </a:xfrm>
          <a:prstGeom prst="rect">
            <a:avLst/>
          </a:prstGeom>
          <a:noFill/>
          <a:ln>
            <a:noFill/>
          </a:ln>
        </p:spPr>
        <p:txBody>
          <a:bodyPr anchorCtr="0" anchor="t" bIns="34275" lIns="68575" spcFirstLastPara="1" rIns="68575" wrap="square" tIns="34275">
            <a:normAutofit/>
          </a:bodyPr>
          <a:lstStyle>
            <a:lvl1pPr lvl="0" algn="r">
              <a:spcBef>
                <a:spcPts val="800"/>
              </a:spcBef>
              <a:spcAft>
                <a:spcPts val="0"/>
              </a:spcAft>
              <a:buSzPts val="1100"/>
              <a:buNone/>
              <a:defRPr>
                <a:solidFill>
                  <a:srgbClr val="7F7F7F"/>
                </a:solidFill>
              </a:defRPr>
            </a:lvl1pPr>
            <a:lvl2pPr lvl="1" algn="ctr">
              <a:spcBef>
                <a:spcPts val="800"/>
              </a:spcBef>
              <a:spcAft>
                <a:spcPts val="0"/>
              </a:spcAft>
              <a:buSzPts val="1000"/>
              <a:buNone/>
              <a:defRPr>
                <a:solidFill>
                  <a:srgbClr val="888888"/>
                </a:solidFill>
              </a:defRPr>
            </a:lvl2pPr>
            <a:lvl3pPr lvl="2" algn="ctr">
              <a:spcBef>
                <a:spcPts val="800"/>
              </a:spcBef>
              <a:spcAft>
                <a:spcPts val="0"/>
              </a:spcAft>
              <a:buSzPts val="800"/>
              <a:buNone/>
              <a:defRPr>
                <a:solidFill>
                  <a:srgbClr val="888888"/>
                </a:solidFill>
              </a:defRPr>
            </a:lvl3pPr>
            <a:lvl4pPr lvl="3" algn="ctr">
              <a:spcBef>
                <a:spcPts val="800"/>
              </a:spcBef>
              <a:spcAft>
                <a:spcPts val="0"/>
              </a:spcAft>
              <a:buSzPts val="700"/>
              <a:buNone/>
              <a:defRPr>
                <a:solidFill>
                  <a:srgbClr val="888888"/>
                </a:solidFill>
              </a:defRPr>
            </a:lvl4pPr>
            <a:lvl5pPr lvl="4" algn="ctr">
              <a:spcBef>
                <a:spcPts val="800"/>
              </a:spcBef>
              <a:spcAft>
                <a:spcPts val="0"/>
              </a:spcAft>
              <a:buSzPts val="700"/>
              <a:buNone/>
              <a:defRPr>
                <a:solidFill>
                  <a:srgbClr val="888888"/>
                </a:solidFill>
              </a:defRPr>
            </a:lvl5pPr>
            <a:lvl6pPr lvl="5" algn="ctr">
              <a:spcBef>
                <a:spcPts val="800"/>
              </a:spcBef>
              <a:spcAft>
                <a:spcPts val="0"/>
              </a:spcAft>
              <a:buSzPts val="700"/>
              <a:buNone/>
              <a:defRPr>
                <a:solidFill>
                  <a:srgbClr val="888888"/>
                </a:solidFill>
              </a:defRPr>
            </a:lvl6pPr>
            <a:lvl7pPr lvl="6" algn="ctr">
              <a:spcBef>
                <a:spcPts val="800"/>
              </a:spcBef>
              <a:spcAft>
                <a:spcPts val="0"/>
              </a:spcAft>
              <a:buSzPts val="700"/>
              <a:buNone/>
              <a:defRPr>
                <a:solidFill>
                  <a:srgbClr val="888888"/>
                </a:solidFill>
              </a:defRPr>
            </a:lvl7pPr>
            <a:lvl8pPr lvl="7" algn="ctr">
              <a:spcBef>
                <a:spcPts val="800"/>
              </a:spcBef>
              <a:spcAft>
                <a:spcPts val="0"/>
              </a:spcAft>
              <a:buSzPts val="700"/>
              <a:buNone/>
              <a:defRPr>
                <a:solidFill>
                  <a:srgbClr val="888888"/>
                </a:solidFill>
              </a:defRPr>
            </a:lvl8pPr>
            <a:lvl9pPr lvl="8" algn="ctr">
              <a:spcBef>
                <a:spcPts val="800"/>
              </a:spcBef>
              <a:spcAft>
                <a:spcPts val="0"/>
              </a:spcAft>
              <a:buSzPts val="700"/>
              <a:buNone/>
              <a:defRPr>
                <a:solidFill>
                  <a:srgbClr val="888888"/>
                </a:solidFill>
              </a:defRPr>
            </a:lvl9pPr>
          </a:lstStyle>
          <a:p/>
        </p:txBody>
      </p:sp>
      <p:sp>
        <p:nvSpPr>
          <p:cNvPr id="126" name="Google Shape;126;p18"/>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7" name="Google Shape;127;p18"/>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8" name="Google Shape;128;p18"/>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9" name="Shape 129"/>
        <p:cNvGrpSpPr/>
        <p:nvPr/>
      </p:nvGrpSpPr>
      <p:grpSpPr>
        <a:xfrm>
          <a:off x="0" y="0"/>
          <a:ext cx="0" cy="0"/>
          <a:chOff x="0" y="0"/>
          <a:chExt cx="0" cy="0"/>
        </a:xfrm>
      </p:grpSpPr>
      <p:sp>
        <p:nvSpPr>
          <p:cNvPr id="130" name="Google Shape;130;p19"/>
          <p:cNvSpPr txBox="1"/>
          <p:nvPr>
            <p:ph type="title"/>
          </p:nvPr>
        </p:nvSpPr>
        <p:spPr>
          <a:xfrm>
            <a:off x="508000" y="457200"/>
            <a:ext cx="6447501" cy="990600"/>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accent1"/>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1" name="Google Shape;131;p19"/>
          <p:cNvSpPr txBox="1"/>
          <p:nvPr>
            <p:ph idx="1" type="body"/>
          </p:nvPr>
        </p:nvSpPr>
        <p:spPr>
          <a:xfrm>
            <a:off x="508000" y="1620442"/>
            <a:ext cx="6447501" cy="2910580"/>
          </a:xfrm>
          <a:prstGeom prst="rect">
            <a:avLst/>
          </a:prstGeom>
          <a:noFill/>
          <a:ln>
            <a:noFill/>
          </a:ln>
        </p:spPr>
        <p:txBody>
          <a:bodyPr anchorCtr="0" anchor="t" bIns="34275" lIns="68575" spcFirstLastPara="1" rIns="68575" wrap="square" tIns="34275">
            <a:normAutofit/>
          </a:bodyPr>
          <a:lstStyle>
            <a:lvl1pPr indent="-298450" lvl="0" marL="457200" algn="l">
              <a:spcBef>
                <a:spcPts val="800"/>
              </a:spcBef>
              <a:spcAft>
                <a:spcPts val="0"/>
              </a:spcAft>
              <a:buSzPts val="1100"/>
              <a:buChar char="►"/>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32" name="Google Shape;132;p19"/>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3" name="Google Shape;133;p19"/>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4" name="Google Shape;134;p19"/>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5" name="Shape 135"/>
        <p:cNvGrpSpPr/>
        <p:nvPr/>
      </p:nvGrpSpPr>
      <p:grpSpPr>
        <a:xfrm>
          <a:off x="0" y="0"/>
          <a:ext cx="0" cy="0"/>
          <a:chOff x="0" y="0"/>
          <a:chExt cx="0" cy="0"/>
        </a:xfrm>
      </p:grpSpPr>
      <p:sp>
        <p:nvSpPr>
          <p:cNvPr id="136" name="Google Shape;136;p20"/>
          <p:cNvSpPr txBox="1"/>
          <p:nvPr>
            <p:ph type="title"/>
          </p:nvPr>
        </p:nvSpPr>
        <p:spPr>
          <a:xfrm>
            <a:off x="508001" y="2025650"/>
            <a:ext cx="6447501" cy="1369936"/>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accent1"/>
              </a:buClr>
              <a:buSzPts val="3000"/>
              <a:buFont typeface="Trebuchet MS"/>
              <a:buNone/>
              <a:defRPr b="0" sz="3000" cap="none"/>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7" name="Google Shape;137;p20"/>
          <p:cNvSpPr txBox="1"/>
          <p:nvPr>
            <p:ph idx="1" type="body"/>
          </p:nvPr>
        </p:nvSpPr>
        <p:spPr>
          <a:xfrm>
            <a:off x="508001" y="3395586"/>
            <a:ext cx="6447501" cy="645300"/>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1200"/>
              <a:buNone/>
              <a:defRPr sz="1500">
                <a:solidFill>
                  <a:srgbClr val="7F7F7F"/>
                </a:solidFill>
              </a:defRPr>
            </a:lvl1pPr>
            <a:lvl2pPr indent="-228600" lvl="1" marL="914400" algn="l">
              <a:spcBef>
                <a:spcPts val="800"/>
              </a:spcBef>
              <a:spcAft>
                <a:spcPts val="0"/>
              </a:spcAft>
              <a:buSzPts val="1100"/>
              <a:buNone/>
              <a:defRPr sz="1400">
                <a:solidFill>
                  <a:srgbClr val="888888"/>
                </a:solidFill>
              </a:defRPr>
            </a:lvl2pPr>
            <a:lvl3pPr indent="-228600" lvl="2" marL="1371600" algn="l">
              <a:spcBef>
                <a:spcPts val="800"/>
              </a:spcBef>
              <a:spcAft>
                <a:spcPts val="0"/>
              </a:spcAft>
              <a:buSzPts val="1000"/>
              <a:buNone/>
              <a:defRPr sz="1200">
                <a:solidFill>
                  <a:srgbClr val="888888"/>
                </a:solidFill>
              </a:defRPr>
            </a:lvl3pPr>
            <a:lvl4pPr indent="-228600" lvl="3" marL="1828800" algn="l">
              <a:spcBef>
                <a:spcPts val="800"/>
              </a:spcBef>
              <a:spcAft>
                <a:spcPts val="0"/>
              </a:spcAft>
              <a:buSzPts val="800"/>
              <a:buNone/>
              <a:defRPr sz="1100">
                <a:solidFill>
                  <a:srgbClr val="888888"/>
                </a:solidFill>
              </a:defRPr>
            </a:lvl4pPr>
            <a:lvl5pPr indent="-228600" lvl="4" marL="2286000" algn="l">
              <a:spcBef>
                <a:spcPts val="800"/>
              </a:spcBef>
              <a:spcAft>
                <a:spcPts val="0"/>
              </a:spcAft>
              <a:buSzPts val="800"/>
              <a:buNone/>
              <a:defRPr sz="1100">
                <a:solidFill>
                  <a:srgbClr val="888888"/>
                </a:solidFill>
              </a:defRPr>
            </a:lvl5pPr>
            <a:lvl6pPr indent="-228600" lvl="5" marL="2743200" algn="l">
              <a:spcBef>
                <a:spcPts val="800"/>
              </a:spcBef>
              <a:spcAft>
                <a:spcPts val="0"/>
              </a:spcAft>
              <a:buSzPts val="800"/>
              <a:buNone/>
              <a:defRPr sz="1100">
                <a:solidFill>
                  <a:srgbClr val="888888"/>
                </a:solidFill>
              </a:defRPr>
            </a:lvl6pPr>
            <a:lvl7pPr indent="-228600" lvl="6" marL="3200400" algn="l">
              <a:spcBef>
                <a:spcPts val="800"/>
              </a:spcBef>
              <a:spcAft>
                <a:spcPts val="0"/>
              </a:spcAft>
              <a:buSzPts val="800"/>
              <a:buNone/>
              <a:defRPr sz="1100">
                <a:solidFill>
                  <a:srgbClr val="888888"/>
                </a:solidFill>
              </a:defRPr>
            </a:lvl7pPr>
            <a:lvl8pPr indent="-228600" lvl="7" marL="3657600" algn="l">
              <a:spcBef>
                <a:spcPts val="800"/>
              </a:spcBef>
              <a:spcAft>
                <a:spcPts val="0"/>
              </a:spcAft>
              <a:buSzPts val="800"/>
              <a:buNone/>
              <a:defRPr sz="1100">
                <a:solidFill>
                  <a:srgbClr val="888888"/>
                </a:solidFill>
              </a:defRPr>
            </a:lvl8pPr>
            <a:lvl9pPr indent="-228600" lvl="8" marL="4114800" algn="l">
              <a:spcBef>
                <a:spcPts val="800"/>
              </a:spcBef>
              <a:spcAft>
                <a:spcPts val="0"/>
              </a:spcAft>
              <a:buSzPts val="800"/>
              <a:buNone/>
              <a:defRPr sz="1100">
                <a:solidFill>
                  <a:srgbClr val="888888"/>
                </a:solidFill>
              </a:defRPr>
            </a:lvl9pPr>
          </a:lstStyle>
          <a:p/>
        </p:txBody>
      </p:sp>
      <p:sp>
        <p:nvSpPr>
          <p:cNvPr id="138" name="Google Shape;138;p20"/>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9" name="Google Shape;139;p20"/>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0" name="Google Shape;140;p20"/>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1" name="Shape 141"/>
        <p:cNvGrpSpPr/>
        <p:nvPr/>
      </p:nvGrpSpPr>
      <p:grpSpPr>
        <a:xfrm>
          <a:off x="0" y="0"/>
          <a:ext cx="0" cy="0"/>
          <a:chOff x="0" y="0"/>
          <a:chExt cx="0" cy="0"/>
        </a:xfrm>
      </p:grpSpPr>
      <p:sp>
        <p:nvSpPr>
          <p:cNvPr id="142" name="Google Shape;142;p21"/>
          <p:cNvSpPr txBox="1"/>
          <p:nvPr>
            <p:ph type="title"/>
          </p:nvPr>
        </p:nvSpPr>
        <p:spPr>
          <a:xfrm>
            <a:off x="508000" y="457200"/>
            <a:ext cx="6447501" cy="990600"/>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accent1"/>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3" name="Google Shape;143;p21"/>
          <p:cNvSpPr txBox="1"/>
          <p:nvPr>
            <p:ph idx="1" type="body"/>
          </p:nvPr>
        </p:nvSpPr>
        <p:spPr>
          <a:xfrm>
            <a:off x="508001" y="1620442"/>
            <a:ext cx="3138026" cy="2910579"/>
          </a:xfrm>
          <a:prstGeom prst="rect">
            <a:avLst/>
          </a:prstGeom>
          <a:noFill/>
          <a:ln>
            <a:noFill/>
          </a:ln>
        </p:spPr>
        <p:txBody>
          <a:bodyPr anchorCtr="0" anchor="t" bIns="34275" lIns="68575" spcFirstLastPara="1" rIns="68575" wrap="square" tIns="34275">
            <a:normAutofit/>
          </a:bodyPr>
          <a:lstStyle>
            <a:lvl1pPr indent="-298450" lvl="0" marL="457200" algn="l">
              <a:spcBef>
                <a:spcPts val="800"/>
              </a:spcBef>
              <a:spcAft>
                <a:spcPts val="0"/>
              </a:spcAft>
              <a:buSzPts val="1100"/>
              <a:buChar char="►"/>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44" name="Google Shape;144;p21"/>
          <p:cNvSpPr txBox="1"/>
          <p:nvPr>
            <p:ph idx="2" type="body"/>
          </p:nvPr>
        </p:nvSpPr>
        <p:spPr>
          <a:xfrm>
            <a:off x="3817477" y="1620442"/>
            <a:ext cx="3138026" cy="2910580"/>
          </a:xfrm>
          <a:prstGeom prst="rect">
            <a:avLst/>
          </a:prstGeom>
          <a:noFill/>
          <a:ln>
            <a:noFill/>
          </a:ln>
        </p:spPr>
        <p:txBody>
          <a:bodyPr anchorCtr="0" anchor="t" bIns="34275" lIns="68575" spcFirstLastPara="1" rIns="68575" wrap="square" tIns="34275">
            <a:normAutofit/>
          </a:bodyPr>
          <a:lstStyle>
            <a:lvl1pPr indent="-298450" lvl="0" marL="457200" algn="l">
              <a:spcBef>
                <a:spcPts val="800"/>
              </a:spcBef>
              <a:spcAft>
                <a:spcPts val="0"/>
              </a:spcAft>
              <a:buSzPts val="1100"/>
              <a:buChar char="►"/>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45" name="Google Shape;145;p21"/>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6" name="Google Shape;146;p21"/>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7" name="Google Shape;147;p21"/>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48" name="Shape 148"/>
        <p:cNvGrpSpPr/>
        <p:nvPr/>
      </p:nvGrpSpPr>
      <p:grpSpPr>
        <a:xfrm>
          <a:off x="0" y="0"/>
          <a:ext cx="0" cy="0"/>
          <a:chOff x="0" y="0"/>
          <a:chExt cx="0" cy="0"/>
        </a:xfrm>
      </p:grpSpPr>
      <p:sp>
        <p:nvSpPr>
          <p:cNvPr id="149" name="Google Shape;149;p22"/>
          <p:cNvSpPr txBox="1"/>
          <p:nvPr>
            <p:ph type="title"/>
          </p:nvPr>
        </p:nvSpPr>
        <p:spPr>
          <a:xfrm>
            <a:off x="508000" y="457200"/>
            <a:ext cx="6447501" cy="990600"/>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accent1"/>
              </a:buClr>
              <a:buSzPts val="2700"/>
              <a:buFont typeface="Trebuchet MS"/>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0" name="Google Shape;150;p22"/>
          <p:cNvSpPr txBox="1"/>
          <p:nvPr>
            <p:ph idx="1" type="body"/>
          </p:nvPr>
        </p:nvSpPr>
        <p:spPr>
          <a:xfrm>
            <a:off x="506809" y="1620737"/>
            <a:ext cx="3139217" cy="432197"/>
          </a:xfrm>
          <a:prstGeom prst="rect">
            <a:avLst/>
          </a:prstGeom>
          <a:noFill/>
          <a:ln>
            <a:noFill/>
          </a:ln>
        </p:spPr>
        <p:txBody>
          <a:bodyPr anchorCtr="0" anchor="b" bIns="34275" lIns="68575" spcFirstLastPara="1" rIns="68575" wrap="square" tIns="34275">
            <a:noAutofit/>
          </a:bodyPr>
          <a:lstStyle>
            <a:lvl1pPr indent="-228600" lvl="0" marL="457200" algn="l">
              <a:spcBef>
                <a:spcPts val="800"/>
              </a:spcBef>
              <a:spcAft>
                <a:spcPts val="0"/>
              </a:spcAft>
              <a:buSzPts val="1400"/>
              <a:buNone/>
              <a:defRPr b="0" sz="1800"/>
            </a:lvl1pPr>
            <a:lvl2pPr indent="-228600" lvl="1" marL="914400" algn="l">
              <a:spcBef>
                <a:spcPts val="800"/>
              </a:spcBef>
              <a:spcAft>
                <a:spcPts val="0"/>
              </a:spcAft>
              <a:buSzPts val="1200"/>
              <a:buNone/>
              <a:defRPr b="1" sz="1500"/>
            </a:lvl2pPr>
            <a:lvl3pPr indent="-228600" lvl="2" marL="1371600" algn="l">
              <a:spcBef>
                <a:spcPts val="800"/>
              </a:spcBef>
              <a:spcAft>
                <a:spcPts val="0"/>
              </a:spcAft>
              <a:buSzPts val="1100"/>
              <a:buNone/>
              <a:defRPr b="1" sz="1400"/>
            </a:lvl3pPr>
            <a:lvl4pPr indent="-228600" lvl="3" marL="1828800" algn="l">
              <a:spcBef>
                <a:spcPts val="800"/>
              </a:spcBef>
              <a:spcAft>
                <a:spcPts val="0"/>
              </a:spcAft>
              <a:buSzPts val="1000"/>
              <a:buNone/>
              <a:defRPr b="1" sz="1200"/>
            </a:lvl4pPr>
            <a:lvl5pPr indent="-228600" lvl="4" marL="2286000" algn="l">
              <a:spcBef>
                <a:spcPts val="800"/>
              </a:spcBef>
              <a:spcAft>
                <a:spcPts val="0"/>
              </a:spcAft>
              <a:buSzPts val="1000"/>
              <a:buNone/>
              <a:defRPr b="1" sz="1200"/>
            </a:lvl5pPr>
            <a:lvl6pPr indent="-228600" lvl="5" marL="2743200" algn="l">
              <a:spcBef>
                <a:spcPts val="800"/>
              </a:spcBef>
              <a:spcAft>
                <a:spcPts val="0"/>
              </a:spcAft>
              <a:buSzPts val="1000"/>
              <a:buNone/>
              <a:defRPr b="1" sz="1200"/>
            </a:lvl6pPr>
            <a:lvl7pPr indent="-228600" lvl="6" marL="3200400" algn="l">
              <a:spcBef>
                <a:spcPts val="800"/>
              </a:spcBef>
              <a:spcAft>
                <a:spcPts val="0"/>
              </a:spcAft>
              <a:buSzPts val="1000"/>
              <a:buNone/>
              <a:defRPr b="1" sz="1200"/>
            </a:lvl7pPr>
            <a:lvl8pPr indent="-228600" lvl="7" marL="3657600" algn="l">
              <a:spcBef>
                <a:spcPts val="800"/>
              </a:spcBef>
              <a:spcAft>
                <a:spcPts val="0"/>
              </a:spcAft>
              <a:buSzPts val="1000"/>
              <a:buNone/>
              <a:defRPr b="1" sz="1200"/>
            </a:lvl8pPr>
            <a:lvl9pPr indent="-228600" lvl="8" marL="4114800" algn="l">
              <a:spcBef>
                <a:spcPts val="800"/>
              </a:spcBef>
              <a:spcAft>
                <a:spcPts val="0"/>
              </a:spcAft>
              <a:buSzPts val="1000"/>
              <a:buNone/>
              <a:defRPr b="1" sz="1200"/>
            </a:lvl9pPr>
          </a:lstStyle>
          <a:p/>
        </p:txBody>
      </p:sp>
      <p:sp>
        <p:nvSpPr>
          <p:cNvPr id="151" name="Google Shape;151;p22"/>
          <p:cNvSpPr txBox="1"/>
          <p:nvPr>
            <p:ph idx="2" type="body"/>
          </p:nvPr>
        </p:nvSpPr>
        <p:spPr>
          <a:xfrm>
            <a:off x="506809" y="2052934"/>
            <a:ext cx="3139217" cy="2478088"/>
          </a:xfrm>
          <a:prstGeom prst="rect">
            <a:avLst/>
          </a:prstGeom>
          <a:noFill/>
          <a:ln>
            <a:noFill/>
          </a:ln>
        </p:spPr>
        <p:txBody>
          <a:bodyPr anchorCtr="0" anchor="t" bIns="34275" lIns="68575" spcFirstLastPara="1" rIns="68575" wrap="square" tIns="34275">
            <a:normAutofit/>
          </a:bodyPr>
          <a:lstStyle>
            <a:lvl1pPr indent="-298450" lvl="0" marL="457200" algn="l">
              <a:spcBef>
                <a:spcPts val="800"/>
              </a:spcBef>
              <a:spcAft>
                <a:spcPts val="0"/>
              </a:spcAft>
              <a:buSzPts val="1100"/>
              <a:buChar char="►"/>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52" name="Google Shape;152;p22"/>
          <p:cNvSpPr txBox="1"/>
          <p:nvPr>
            <p:ph idx="3" type="body"/>
          </p:nvPr>
        </p:nvSpPr>
        <p:spPr>
          <a:xfrm>
            <a:off x="3816287" y="1620737"/>
            <a:ext cx="3139213" cy="432197"/>
          </a:xfrm>
          <a:prstGeom prst="rect">
            <a:avLst/>
          </a:prstGeom>
          <a:noFill/>
          <a:ln>
            <a:noFill/>
          </a:ln>
        </p:spPr>
        <p:txBody>
          <a:bodyPr anchorCtr="0" anchor="b" bIns="34275" lIns="68575" spcFirstLastPara="1" rIns="68575" wrap="square" tIns="34275">
            <a:noAutofit/>
          </a:bodyPr>
          <a:lstStyle>
            <a:lvl1pPr indent="-228600" lvl="0" marL="457200" algn="l">
              <a:spcBef>
                <a:spcPts val="800"/>
              </a:spcBef>
              <a:spcAft>
                <a:spcPts val="0"/>
              </a:spcAft>
              <a:buSzPts val="1400"/>
              <a:buNone/>
              <a:defRPr b="0" sz="1800"/>
            </a:lvl1pPr>
            <a:lvl2pPr indent="-228600" lvl="1" marL="914400" algn="l">
              <a:spcBef>
                <a:spcPts val="800"/>
              </a:spcBef>
              <a:spcAft>
                <a:spcPts val="0"/>
              </a:spcAft>
              <a:buSzPts val="1200"/>
              <a:buNone/>
              <a:defRPr b="1" sz="1500"/>
            </a:lvl2pPr>
            <a:lvl3pPr indent="-228600" lvl="2" marL="1371600" algn="l">
              <a:spcBef>
                <a:spcPts val="800"/>
              </a:spcBef>
              <a:spcAft>
                <a:spcPts val="0"/>
              </a:spcAft>
              <a:buSzPts val="1100"/>
              <a:buNone/>
              <a:defRPr b="1" sz="1400"/>
            </a:lvl3pPr>
            <a:lvl4pPr indent="-228600" lvl="3" marL="1828800" algn="l">
              <a:spcBef>
                <a:spcPts val="800"/>
              </a:spcBef>
              <a:spcAft>
                <a:spcPts val="0"/>
              </a:spcAft>
              <a:buSzPts val="1000"/>
              <a:buNone/>
              <a:defRPr b="1" sz="1200"/>
            </a:lvl4pPr>
            <a:lvl5pPr indent="-228600" lvl="4" marL="2286000" algn="l">
              <a:spcBef>
                <a:spcPts val="800"/>
              </a:spcBef>
              <a:spcAft>
                <a:spcPts val="0"/>
              </a:spcAft>
              <a:buSzPts val="1000"/>
              <a:buNone/>
              <a:defRPr b="1" sz="1200"/>
            </a:lvl5pPr>
            <a:lvl6pPr indent="-228600" lvl="5" marL="2743200" algn="l">
              <a:spcBef>
                <a:spcPts val="800"/>
              </a:spcBef>
              <a:spcAft>
                <a:spcPts val="0"/>
              </a:spcAft>
              <a:buSzPts val="1000"/>
              <a:buNone/>
              <a:defRPr b="1" sz="1200"/>
            </a:lvl6pPr>
            <a:lvl7pPr indent="-228600" lvl="6" marL="3200400" algn="l">
              <a:spcBef>
                <a:spcPts val="800"/>
              </a:spcBef>
              <a:spcAft>
                <a:spcPts val="0"/>
              </a:spcAft>
              <a:buSzPts val="1000"/>
              <a:buNone/>
              <a:defRPr b="1" sz="1200"/>
            </a:lvl7pPr>
            <a:lvl8pPr indent="-228600" lvl="7" marL="3657600" algn="l">
              <a:spcBef>
                <a:spcPts val="800"/>
              </a:spcBef>
              <a:spcAft>
                <a:spcPts val="0"/>
              </a:spcAft>
              <a:buSzPts val="1000"/>
              <a:buNone/>
              <a:defRPr b="1" sz="1200"/>
            </a:lvl8pPr>
            <a:lvl9pPr indent="-228600" lvl="8" marL="4114800" algn="l">
              <a:spcBef>
                <a:spcPts val="800"/>
              </a:spcBef>
              <a:spcAft>
                <a:spcPts val="0"/>
              </a:spcAft>
              <a:buSzPts val="1000"/>
              <a:buNone/>
              <a:defRPr b="1" sz="1200"/>
            </a:lvl9pPr>
          </a:lstStyle>
          <a:p/>
        </p:txBody>
      </p:sp>
      <p:sp>
        <p:nvSpPr>
          <p:cNvPr id="153" name="Google Shape;153;p22"/>
          <p:cNvSpPr txBox="1"/>
          <p:nvPr>
            <p:ph idx="4" type="body"/>
          </p:nvPr>
        </p:nvSpPr>
        <p:spPr>
          <a:xfrm>
            <a:off x="3816288" y="2052934"/>
            <a:ext cx="3139213" cy="2478088"/>
          </a:xfrm>
          <a:prstGeom prst="rect">
            <a:avLst/>
          </a:prstGeom>
          <a:noFill/>
          <a:ln>
            <a:noFill/>
          </a:ln>
        </p:spPr>
        <p:txBody>
          <a:bodyPr anchorCtr="0" anchor="t" bIns="34275" lIns="68575" spcFirstLastPara="1" rIns="68575" wrap="square" tIns="34275">
            <a:normAutofit/>
          </a:bodyPr>
          <a:lstStyle>
            <a:lvl1pPr indent="-298450" lvl="0" marL="457200" algn="l">
              <a:spcBef>
                <a:spcPts val="800"/>
              </a:spcBef>
              <a:spcAft>
                <a:spcPts val="0"/>
              </a:spcAft>
              <a:buSzPts val="1100"/>
              <a:buChar char="►"/>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54" name="Google Shape;154;p22"/>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5" name="Google Shape;155;p22"/>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6" name="Google Shape;156;p22"/>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7" name="Shape 157"/>
        <p:cNvGrpSpPr/>
        <p:nvPr/>
      </p:nvGrpSpPr>
      <p:grpSpPr>
        <a:xfrm>
          <a:off x="0" y="0"/>
          <a:ext cx="0" cy="0"/>
          <a:chOff x="0" y="0"/>
          <a:chExt cx="0" cy="0"/>
        </a:xfrm>
      </p:grpSpPr>
      <p:sp>
        <p:nvSpPr>
          <p:cNvPr id="158" name="Google Shape;158;p23"/>
          <p:cNvSpPr txBox="1"/>
          <p:nvPr>
            <p:ph type="title"/>
          </p:nvPr>
        </p:nvSpPr>
        <p:spPr>
          <a:xfrm>
            <a:off x="508000" y="457200"/>
            <a:ext cx="6447501" cy="990600"/>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accent1"/>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9" name="Google Shape;159;p23"/>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0" name="Google Shape;160;p23"/>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1" name="Google Shape;161;p23"/>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2" name="Shape 162"/>
        <p:cNvGrpSpPr/>
        <p:nvPr/>
      </p:nvGrpSpPr>
      <p:grpSpPr>
        <a:xfrm>
          <a:off x="0" y="0"/>
          <a:ext cx="0" cy="0"/>
          <a:chOff x="0" y="0"/>
          <a:chExt cx="0" cy="0"/>
        </a:xfrm>
      </p:grpSpPr>
      <p:sp>
        <p:nvSpPr>
          <p:cNvPr id="163" name="Google Shape;163;p24"/>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4" name="Google Shape;164;p24"/>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5" name="Google Shape;165;p24"/>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66" name="Shape 166"/>
        <p:cNvGrpSpPr/>
        <p:nvPr/>
      </p:nvGrpSpPr>
      <p:grpSpPr>
        <a:xfrm>
          <a:off x="0" y="0"/>
          <a:ext cx="0" cy="0"/>
          <a:chOff x="0" y="0"/>
          <a:chExt cx="0" cy="0"/>
        </a:xfrm>
      </p:grpSpPr>
      <p:sp>
        <p:nvSpPr>
          <p:cNvPr id="167" name="Google Shape;167;p25"/>
          <p:cNvSpPr txBox="1"/>
          <p:nvPr>
            <p:ph type="title"/>
          </p:nvPr>
        </p:nvSpPr>
        <p:spPr>
          <a:xfrm>
            <a:off x="508001" y="1123953"/>
            <a:ext cx="2890896" cy="958850"/>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accent1"/>
              </a:buClr>
              <a:buSzPts val="1500"/>
              <a:buFont typeface="Trebuchet MS"/>
              <a:buNone/>
              <a:defRPr sz="15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8" name="Google Shape;168;p25"/>
          <p:cNvSpPr txBox="1"/>
          <p:nvPr>
            <p:ph idx="1" type="body"/>
          </p:nvPr>
        </p:nvSpPr>
        <p:spPr>
          <a:xfrm>
            <a:off x="3570346" y="386193"/>
            <a:ext cx="3385156" cy="4144828"/>
          </a:xfrm>
          <a:prstGeom prst="rect">
            <a:avLst/>
          </a:prstGeom>
          <a:noFill/>
          <a:ln>
            <a:noFill/>
          </a:ln>
        </p:spPr>
        <p:txBody>
          <a:bodyPr anchorCtr="0" anchor="t" bIns="34275" lIns="68575" spcFirstLastPara="1" rIns="68575" wrap="square" tIns="34275">
            <a:normAutofit/>
          </a:bodyPr>
          <a:lstStyle>
            <a:lvl1pPr indent="-298450" lvl="0" marL="457200" algn="l">
              <a:spcBef>
                <a:spcPts val="800"/>
              </a:spcBef>
              <a:spcAft>
                <a:spcPts val="0"/>
              </a:spcAft>
              <a:buSzPts val="1100"/>
              <a:buChar char="►"/>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69" name="Google Shape;169;p25"/>
          <p:cNvSpPr txBox="1"/>
          <p:nvPr>
            <p:ph idx="2" type="body"/>
          </p:nvPr>
        </p:nvSpPr>
        <p:spPr>
          <a:xfrm>
            <a:off x="508001" y="2082802"/>
            <a:ext cx="2890896" cy="1938337"/>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800"/>
              <a:buNone/>
              <a:defRPr sz="1100"/>
            </a:lvl1pPr>
            <a:lvl2pPr indent="-228600" lvl="1" marL="914400" algn="l">
              <a:spcBef>
                <a:spcPts val="800"/>
              </a:spcBef>
              <a:spcAft>
                <a:spcPts val="0"/>
              </a:spcAft>
              <a:buSzPts val="800"/>
              <a:buNone/>
              <a:defRPr sz="1100"/>
            </a:lvl2pPr>
            <a:lvl3pPr indent="-228600" lvl="2" marL="1371600" algn="l">
              <a:spcBef>
                <a:spcPts val="800"/>
              </a:spcBef>
              <a:spcAft>
                <a:spcPts val="0"/>
              </a:spcAft>
              <a:buSzPts val="700"/>
              <a:buNone/>
              <a:defRPr sz="900"/>
            </a:lvl3pPr>
            <a:lvl4pPr indent="-228600" lvl="3" marL="1828800" algn="l">
              <a:spcBef>
                <a:spcPts val="800"/>
              </a:spcBef>
              <a:spcAft>
                <a:spcPts val="0"/>
              </a:spcAft>
              <a:buSzPts val="600"/>
              <a:buNone/>
              <a:defRPr sz="800"/>
            </a:lvl4pPr>
            <a:lvl5pPr indent="-228600" lvl="4" marL="2286000" algn="l">
              <a:spcBef>
                <a:spcPts val="800"/>
              </a:spcBef>
              <a:spcAft>
                <a:spcPts val="0"/>
              </a:spcAft>
              <a:buSzPts val="600"/>
              <a:buNone/>
              <a:defRPr sz="800"/>
            </a:lvl5pPr>
            <a:lvl6pPr indent="-228600" lvl="5" marL="2743200" algn="l">
              <a:spcBef>
                <a:spcPts val="800"/>
              </a:spcBef>
              <a:spcAft>
                <a:spcPts val="0"/>
              </a:spcAft>
              <a:buSzPts val="600"/>
              <a:buNone/>
              <a:defRPr sz="800"/>
            </a:lvl6pPr>
            <a:lvl7pPr indent="-228600" lvl="6" marL="3200400" algn="l">
              <a:spcBef>
                <a:spcPts val="800"/>
              </a:spcBef>
              <a:spcAft>
                <a:spcPts val="0"/>
              </a:spcAft>
              <a:buSzPts val="600"/>
              <a:buNone/>
              <a:defRPr sz="800"/>
            </a:lvl7pPr>
            <a:lvl8pPr indent="-228600" lvl="7" marL="3657600" algn="l">
              <a:spcBef>
                <a:spcPts val="800"/>
              </a:spcBef>
              <a:spcAft>
                <a:spcPts val="0"/>
              </a:spcAft>
              <a:buSzPts val="600"/>
              <a:buNone/>
              <a:defRPr sz="800"/>
            </a:lvl8pPr>
            <a:lvl9pPr indent="-228600" lvl="8" marL="4114800" algn="l">
              <a:spcBef>
                <a:spcPts val="800"/>
              </a:spcBef>
              <a:spcAft>
                <a:spcPts val="0"/>
              </a:spcAft>
              <a:buSzPts val="600"/>
              <a:buNone/>
              <a:defRPr sz="800"/>
            </a:lvl9pPr>
          </a:lstStyle>
          <a:p/>
        </p:txBody>
      </p:sp>
      <p:sp>
        <p:nvSpPr>
          <p:cNvPr id="170" name="Google Shape;170;p25"/>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1" name="Google Shape;171;p25"/>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2" name="Google Shape;172;p25"/>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73" name="Shape 173"/>
        <p:cNvGrpSpPr/>
        <p:nvPr/>
      </p:nvGrpSpPr>
      <p:grpSpPr>
        <a:xfrm>
          <a:off x="0" y="0"/>
          <a:ext cx="0" cy="0"/>
          <a:chOff x="0" y="0"/>
          <a:chExt cx="0" cy="0"/>
        </a:xfrm>
      </p:grpSpPr>
      <p:sp>
        <p:nvSpPr>
          <p:cNvPr id="174" name="Google Shape;174;p26"/>
          <p:cNvSpPr txBox="1"/>
          <p:nvPr>
            <p:ph type="title"/>
          </p:nvPr>
        </p:nvSpPr>
        <p:spPr>
          <a:xfrm>
            <a:off x="508000" y="3600450"/>
            <a:ext cx="644750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accent1"/>
              </a:buClr>
              <a:buSzPts val="1800"/>
              <a:buFont typeface="Trebuchet MS"/>
              <a:buNone/>
              <a:defRPr b="0" sz="18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5" name="Google Shape;175;p26"/>
          <p:cNvSpPr/>
          <p:nvPr>
            <p:ph idx="2" type="pic"/>
          </p:nvPr>
        </p:nvSpPr>
        <p:spPr>
          <a:xfrm>
            <a:off x="508000" y="457200"/>
            <a:ext cx="6447501" cy="2884288"/>
          </a:xfrm>
          <a:prstGeom prst="rect">
            <a:avLst/>
          </a:prstGeom>
          <a:noFill/>
          <a:ln>
            <a:noFill/>
          </a:ln>
        </p:spPr>
      </p:sp>
      <p:sp>
        <p:nvSpPr>
          <p:cNvPr id="176" name="Google Shape;176;p26"/>
          <p:cNvSpPr txBox="1"/>
          <p:nvPr>
            <p:ph idx="1" type="body"/>
          </p:nvPr>
        </p:nvSpPr>
        <p:spPr>
          <a:xfrm>
            <a:off x="508000" y="4025503"/>
            <a:ext cx="6447500" cy="505518"/>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700"/>
              <a:buNone/>
              <a:defRPr sz="900"/>
            </a:lvl1pPr>
            <a:lvl2pPr indent="-228600" lvl="1" marL="914400" algn="l">
              <a:spcBef>
                <a:spcPts val="800"/>
              </a:spcBef>
              <a:spcAft>
                <a:spcPts val="0"/>
              </a:spcAft>
              <a:buSzPts val="700"/>
              <a:buNone/>
              <a:defRPr sz="900"/>
            </a:lvl2pPr>
            <a:lvl3pPr indent="-228600" lvl="2" marL="1371600" algn="l">
              <a:spcBef>
                <a:spcPts val="800"/>
              </a:spcBef>
              <a:spcAft>
                <a:spcPts val="0"/>
              </a:spcAft>
              <a:buSzPts val="600"/>
              <a:buNone/>
              <a:defRPr sz="800"/>
            </a:lvl3pPr>
            <a:lvl4pPr indent="-228600" lvl="3" marL="1828800" algn="l">
              <a:spcBef>
                <a:spcPts val="800"/>
              </a:spcBef>
              <a:spcAft>
                <a:spcPts val="0"/>
              </a:spcAft>
              <a:buSzPts val="500"/>
              <a:buNone/>
              <a:defRPr sz="700"/>
            </a:lvl4pPr>
            <a:lvl5pPr indent="-228600" lvl="4" marL="2286000" algn="l">
              <a:spcBef>
                <a:spcPts val="800"/>
              </a:spcBef>
              <a:spcAft>
                <a:spcPts val="0"/>
              </a:spcAft>
              <a:buSzPts val="500"/>
              <a:buNone/>
              <a:defRPr sz="700"/>
            </a:lvl5pPr>
            <a:lvl6pPr indent="-228600" lvl="5" marL="2743200" algn="l">
              <a:spcBef>
                <a:spcPts val="800"/>
              </a:spcBef>
              <a:spcAft>
                <a:spcPts val="0"/>
              </a:spcAft>
              <a:buSzPts val="500"/>
              <a:buNone/>
              <a:defRPr sz="700"/>
            </a:lvl6pPr>
            <a:lvl7pPr indent="-228600" lvl="6" marL="3200400" algn="l">
              <a:spcBef>
                <a:spcPts val="800"/>
              </a:spcBef>
              <a:spcAft>
                <a:spcPts val="0"/>
              </a:spcAft>
              <a:buSzPts val="500"/>
              <a:buNone/>
              <a:defRPr sz="700"/>
            </a:lvl7pPr>
            <a:lvl8pPr indent="-228600" lvl="7" marL="3657600" algn="l">
              <a:spcBef>
                <a:spcPts val="800"/>
              </a:spcBef>
              <a:spcAft>
                <a:spcPts val="0"/>
              </a:spcAft>
              <a:buSzPts val="500"/>
              <a:buNone/>
              <a:defRPr sz="700"/>
            </a:lvl8pPr>
            <a:lvl9pPr indent="-228600" lvl="8" marL="4114800" algn="l">
              <a:spcBef>
                <a:spcPts val="800"/>
              </a:spcBef>
              <a:spcAft>
                <a:spcPts val="0"/>
              </a:spcAft>
              <a:buSzPts val="500"/>
              <a:buNone/>
              <a:defRPr sz="700"/>
            </a:lvl9pPr>
          </a:lstStyle>
          <a:p/>
        </p:txBody>
      </p:sp>
      <p:sp>
        <p:nvSpPr>
          <p:cNvPr id="177" name="Google Shape;177;p26"/>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8" name="Google Shape;178;p26"/>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79" name="Google Shape;179;p26"/>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80" name="Shape 180"/>
        <p:cNvGrpSpPr/>
        <p:nvPr/>
      </p:nvGrpSpPr>
      <p:grpSpPr>
        <a:xfrm>
          <a:off x="0" y="0"/>
          <a:ext cx="0" cy="0"/>
          <a:chOff x="0" y="0"/>
          <a:chExt cx="0" cy="0"/>
        </a:xfrm>
      </p:grpSpPr>
      <p:sp>
        <p:nvSpPr>
          <p:cNvPr id="181" name="Google Shape;181;p27"/>
          <p:cNvSpPr txBox="1"/>
          <p:nvPr>
            <p:ph type="title"/>
          </p:nvPr>
        </p:nvSpPr>
        <p:spPr>
          <a:xfrm>
            <a:off x="508001" y="457200"/>
            <a:ext cx="6447501" cy="25527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accent1"/>
              </a:buClr>
              <a:buSzPts val="3300"/>
              <a:buFont typeface="Trebuchet MS"/>
              <a:buNone/>
              <a:defRPr b="0" sz="3300" cap="none"/>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2" name="Google Shape;182;p27"/>
          <p:cNvSpPr txBox="1"/>
          <p:nvPr>
            <p:ph idx="1" type="body"/>
          </p:nvPr>
        </p:nvSpPr>
        <p:spPr>
          <a:xfrm>
            <a:off x="508001" y="3352800"/>
            <a:ext cx="6447501" cy="1178222"/>
          </a:xfrm>
          <a:prstGeom prst="rect">
            <a:avLst/>
          </a:prstGeom>
          <a:noFill/>
          <a:ln>
            <a:noFill/>
          </a:ln>
        </p:spPr>
        <p:txBody>
          <a:bodyPr anchorCtr="0" anchor="ctr" bIns="34275" lIns="68575" spcFirstLastPara="1" rIns="68575" wrap="square" tIns="34275">
            <a:normAutofit/>
          </a:bodyPr>
          <a:lstStyle>
            <a:lvl1pPr indent="-228600" lvl="0" marL="457200" algn="l">
              <a:spcBef>
                <a:spcPts val="800"/>
              </a:spcBef>
              <a:spcAft>
                <a:spcPts val="0"/>
              </a:spcAft>
              <a:buSzPts val="1100"/>
              <a:buNone/>
              <a:defRPr sz="1400">
                <a:solidFill>
                  <a:srgbClr val="3F3F3F"/>
                </a:solidFill>
              </a:defRPr>
            </a:lvl1pPr>
            <a:lvl2pPr indent="-228600" lvl="1" marL="914400" algn="l">
              <a:spcBef>
                <a:spcPts val="800"/>
              </a:spcBef>
              <a:spcAft>
                <a:spcPts val="0"/>
              </a:spcAft>
              <a:buSzPts val="1100"/>
              <a:buNone/>
              <a:defRPr sz="1400">
                <a:solidFill>
                  <a:srgbClr val="888888"/>
                </a:solidFill>
              </a:defRPr>
            </a:lvl2pPr>
            <a:lvl3pPr indent="-228600" lvl="2" marL="1371600" algn="l">
              <a:spcBef>
                <a:spcPts val="800"/>
              </a:spcBef>
              <a:spcAft>
                <a:spcPts val="0"/>
              </a:spcAft>
              <a:buSzPts val="1000"/>
              <a:buNone/>
              <a:defRPr sz="1200">
                <a:solidFill>
                  <a:srgbClr val="888888"/>
                </a:solidFill>
              </a:defRPr>
            </a:lvl3pPr>
            <a:lvl4pPr indent="-228600" lvl="3" marL="1828800" algn="l">
              <a:spcBef>
                <a:spcPts val="800"/>
              </a:spcBef>
              <a:spcAft>
                <a:spcPts val="0"/>
              </a:spcAft>
              <a:buSzPts val="800"/>
              <a:buNone/>
              <a:defRPr sz="1100">
                <a:solidFill>
                  <a:srgbClr val="888888"/>
                </a:solidFill>
              </a:defRPr>
            </a:lvl4pPr>
            <a:lvl5pPr indent="-228600" lvl="4" marL="2286000" algn="l">
              <a:spcBef>
                <a:spcPts val="800"/>
              </a:spcBef>
              <a:spcAft>
                <a:spcPts val="0"/>
              </a:spcAft>
              <a:buSzPts val="800"/>
              <a:buNone/>
              <a:defRPr sz="1100">
                <a:solidFill>
                  <a:srgbClr val="888888"/>
                </a:solidFill>
              </a:defRPr>
            </a:lvl5pPr>
            <a:lvl6pPr indent="-228600" lvl="5" marL="2743200" algn="l">
              <a:spcBef>
                <a:spcPts val="800"/>
              </a:spcBef>
              <a:spcAft>
                <a:spcPts val="0"/>
              </a:spcAft>
              <a:buSzPts val="800"/>
              <a:buNone/>
              <a:defRPr sz="1100">
                <a:solidFill>
                  <a:srgbClr val="888888"/>
                </a:solidFill>
              </a:defRPr>
            </a:lvl6pPr>
            <a:lvl7pPr indent="-228600" lvl="6" marL="3200400" algn="l">
              <a:spcBef>
                <a:spcPts val="800"/>
              </a:spcBef>
              <a:spcAft>
                <a:spcPts val="0"/>
              </a:spcAft>
              <a:buSzPts val="800"/>
              <a:buNone/>
              <a:defRPr sz="1100">
                <a:solidFill>
                  <a:srgbClr val="888888"/>
                </a:solidFill>
              </a:defRPr>
            </a:lvl7pPr>
            <a:lvl8pPr indent="-228600" lvl="7" marL="3657600" algn="l">
              <a:spcBef>
                <a:spcPts val="800"/>
              </a:spcBef>
              <a:spcAft>
                <a:spcPts val="0"/>
              </a:spcAft>
              <a:buSzPts val="800"/>
              <a:buNone/>
              <a:defRPr sz="1100">
                <a:solidFill>
                  <a:srgbClr val="888888"/>
                </a:solidFill>
              </a:defRPr>
            </a:lvl8pPr>
            <a:lvl9pPr indent="-228600" lvl="8" marL="4114800" algn="l">
              <a:spcBef>
                <a:spcPts val="800"/>
              </a:spcBef>
              <a:spcAft>
                <a:spcPts val="0"/>
              </a:spcAft>
              <a:buSzPts val="800"/>
              <a:buNone/>
              <a:defRPr sz="1100">
                <a:solidFill>
                  <a:srgbClr val="888888"/>
                </a:solidFill>
              </a:defRPr>
            </a:lvl9pPr>
          </a:lstStyle>
          <a:p/>
        </p:txBody>
      </p:sp>
      <p:sp>
        <p:nvSpPr>
          <p:cNvPr id="183" name="Google Shape;183;p27"/>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4" name="Google Shape;184;p27"/>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5" name="Google Shape;185;p27"/>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86" name="Shape 186"/>
        <p:cNvGrpSpPr/>
        <p:nvPr/>
      </p:nvGrpSpPr>
      <p:grpSpPr>
        <a:xfrm>
          <a:off x="0" y="0"/>
          <a:ext cx="0" cy="0"/>
          <a:chOff x="0" y="0"/>
          <a:chExt cx="0" cy="0"/>
        </a:xfrm>
      </p:grpSpPr>
      <p:sp>
        <p:nvSpPr>
          <p:cNvPr id="187" name="Google Shape;187;p28"/>
          <p:cNvSpPr txBox="1"/>
          <p:nvPr>
            <p:ph type="title"/>
          </p:nvPr>
        </p:nvSpPr>
        <p:spPr>
          <a:xfrm>
            <a:off x="698500" y="457200"/>
            <a:ext cx="6070601" cy="226695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accent1"/>
              </a:buClr>
              <a:buSzPts val="3300"/>
              <a:buFont typeface="Trebuchet MS"/>
              <a:buNone/>
              <a:defRPr b="0" sz="3300" cap="none"/>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8" name="Google Shape;188;p28"/>
          <p:cNvSpPr txBox="1"/>
          <p:nvPr>
            <p:ph idx="1" type="body"/>
          </p:nvPr>
        </p:nvSpPr>
        <p:spPr>
          <a:xfrm>
            <a:off x="1024604" y="2724150"/>
            <a:ext cx="5418393" cy="285750"/>
          </a:xfrm>
          <a:prstGeom prst="rect">
            <a:avLst/>
          </a:prstGeom>
          <a:noFill/>
          <a:ln>
            <a:noFill/>
          </a:ln>
        </p:spPr>
        <p:txBody>
          <a:bodyPr anchorCtr="0" anchor="ctr" bIns="34275" lIns="68575" spcFirstLastPara="1" rIns="68575" wrap="square" tIns="34275">
            <a:noAutofit/>
          </a:bodyPr>
          <a:lstStyle>
            <a:lvl1pPr indent="-228600" lvl="0" marL="457200" algn="l">
              <a:spcBef>
                <a:spcPts val="800"/>
              </a:spcBef>
              <a:spcAft>
                <a:spcPts val="0"/>
              </a:spcAft>
              <a:buSzPts val="1000"/>
              <a:buFont typeface="Trebuchet MS"/>
              <a:buNone/>
              <a:defRPr sz="1200">
                <a:solidFill>
                  <a:srgbClr val="7F7F7F"/>
                </a:solidFill>
              </a:defRPr>
            </a:lvl1pPr>
            <a:lvl2pPr indent="-228600" lvl="1" marL="914400" algn="l">
              <a:spcBef>
                <a:spcPts val="800"/>
              </a:spcBef>
              <a:spcAft>
                <a:spcPts val="0"/>
              </a:spcAft>
              <a:buSzPts val="1000"/>
              <a:buFont typeface="Trebuchet MS"/>
              <a:buNone/>
              <a:defRPr/>
            </a:lvl2pPr>
            <a:lvl3pPr indent="-228600" lvl="2" marL="1371600" algn="l">
              <a:spcBef>
                <a:spcPts val="800"/>
              </a:spcBef>
              <a:spcAft>
                <a:spcPts val="0"/>
              </a:spcAft>
              <a:buSzPts val="800"/>
              <a:buFont typeface="Trebuchet MS"/>
              <a:buNone/>
              <a:defRPr/>
            </a:lvl3pPr>
            <a:lvl4pPr indent="-228600" lvl="3" marL="1828800" algn="l">
              <a:spcBef>
                <a:spcPts val="800"/>
              </a:spcBef>
              <a:spcAft>
                <a:spcPts val="0"/>
              </a:spcAft>
              <a:buSzPts val="700"/>
              <a:buFont typeface="Trebuchet MS"/>
              <a:buNone/>
              <a:defRPr/>
            </a:lvl4pPr>
            <a:lvl5pPr indent="-228600" lvl="4" marL="2286000" algn="l">
              <a:spcBef>
                <a:spcPts val="800"/>
              </a:spcBef>
              <a:spcAft>
                <a:spcPts val="0"/>
              </a:spcAft>
              <a:buSzPts val="700"/>
              <a:buFont typeface="Trebuchet MS"/>
              <a:buNone/>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189" name="Google Shape;189;p28"/>
          <p:cNvSpPr txBox="1"/>
          <p:nvPr>
            <p:ph idx="2" type="body"/>
          </p:nvPr>
        </p:nvSpPr>
        <p:spPr>
          <a:xfrm>
            <a:off x="508001" y="3352800"/>
            <a:ext cx="6447501" cy="1178222"/>
          </a:xfrm>
          <a:prstGeom prst="rect">
            <a:avLst/>
          </a:prstGeom>
          <a:noFill/>
          <a:ln>
            <a:noFill/>
          </a:ln>
        </p:spPr>
        <p:txBody>
          <a:bodyPr anchorCtr="0" anchor="ctr" bIns="34275" lIns="68575" spcFirstLastPara="1" rIns="68575" wrap="square" tIns="34275">
            <a:normAutofit/>
          </a:bodyPr>
          <a:lstStyle>
            <a:lvl1pPr indent="-228600" lvl="0" marL="457200" algn="l">
              <a:spcBef>
                <a:spcPts val="800"/>
              </a:spcBef>
              <a:spcAft>
                <a:spcPts val="0"/>
              </a:spcAft>
              <a:buSzPts val="1100"/>
              <a:buNone/>
              <a:defRPr sz="1400">
                <a:solidFill>
                  <a:srgbClr val="3F3F3F"/>
                </a:solidFill>
              </a:defRPr>
            </a:lvl1pPr>
            <a:lvl2pPr indent="-228600" lvl="1" marL="914400" algn="l">
              <a:spcBef>
                <a:spcPts val="800"/>
              </a:spcBef>
              <a:spcAft>
                <a:spcPts val="0"/>
              </a:spcAft>
              <a:buSzPts val="1100"/>
              <a:buNone/>
              <a:defRPr sz="1400">
                <a:solidFill>
                  <a:srgbClr val="888888"/>
                </a:solidFill>
              </a:defRPr>
            </a:lvl2pPr>
            <a:lvl3pPr indent="-228600" lvl="2" marL="1371600" algn="l">
              <a:spcBef>
                <a:spcPts val="800"/>
              </a:spcBef>
              <a:spcAft>
                <a:spcPts val="0"/>
              </a:spcAft>
              <a:buSzPts val="1000"/>
              <a:buNone/>
              <a:defRPr sz="1200">
                <a:solidFill>
                  <a:srgbClr val="888888"/>
                </a:solidFill>
              </a:defRPr>
            </a:lvl3pPr>
            <a:lvl4pPr indent="-228600" lvl="3" marL="1828800" algn="l">
              <a:spcBef>
                <a:spcPts val="800"/>
              </a:spcBef>
              <a:spcAft>
                <a:spcPts val="0"/>
              </a:spcAft>
              <a:buSzPts val="800"/>
              <a:buNone/>
              <a:defRPr sz="1100">
                <a:solidFill>
                  <a:srgbClr val="888888"/>
                </a:solidFill>
              </a:defRPr>
            </a:lvl4pPr>
            <a:lvl5pPr indent="-228600" lvl="4" marL="2286000" algn="l">
              <a:spcBef>
                <a:spcPts val="800"/>
              </a:spcBef>
              <a:spcAft>
                <a:spcPts val="0"/>
              </a:spcAft>
              <a:buSzPts val="800"/>
              <a:buNone/>
              <a:defRPr sz="1100">
                <a:solidFill>
                  <a:srgbClr val="888888"/>
                </a:solidFill>
              </a:defRPr>
            </a:lvl5pPr>
            <a:lvl6pPr indent="-228600" lvl="5" marL="2743200" algn="l">
              <a:spcBef>
                <a:spcPts val="800"/>
              </a:spcBef>
              <a:spcAft>
                <a:spcPts val="0"/>
              </a:spcAft>
              <a:buSzPts val="800"/>
              <a:buNone/>
              <a:defRPr sz="1100">
                <a:solidFill>
                  <a:srgbClr val="888888"/>
                </a:solidFill>
              </a:defRPr>
            </a:lvl6pPr>
            <a:lvl7pPr indent="-228600" lvl="6" marL="3200400" algn="l">
              <a:spcBef>
                <a:spcPts val="800"/>
              </a:spcBef>
              <a:spcAft>
                <a:spcPts val="0"/>
              </a:spcAft>
              <a:buSzPts val="800"/>
              <a:buNone/>
              <a:defRPr sz="1100">
                <a:solidFill>
                  <a:srgbClr val="888888"/>
                </a:solidFill>
              </a:defRPr>
            </a:lvl7pPr>
            <a:lvl8pPr indent="-228600" lvl="7" marL="3657600" algn="l">
              <a:spcBef>
                <a:spcPts val="800"/>
              </a:spcBef>
              <a:spcAft>
                <a:spcPts val="0"/>
              </a:spcAft>
              <a:buSzPts val="800"/>
              <a:buNone/>
              <a:defRPr sz="1100">
                <a:solidFill>
                  <a:srgbClr val="888888"/>
                </a:solidFill>
              </a:defRPr>
            </a:lvl8pPr>
            <a:lvl9pPr indent="-228600" lvl="8" marL="4114800" algn="l">
              <a:spcBef>
                <a:spcPts val="800"/>
              </a:spcBef>
              <a:spcAft>
                <a:spcPts val="0"/>
              </a:spcAft>
              <a:buSzPts val="800"/>
              <a:buNone/>
              <a:defRPr sz="1100">
                <a:solidFill>
                  <a:srgbClr val="888888"/>
                </a:solidFill>
              </a:defRPr>
            </a:lvl9pPr>
          </a:lstStyle>
          <a:p/>
        </p:txBody>
      </p:sp>
      <p:sp>
        <p:nvSpPr>
          <p:cNvPr id="190" name="Google Shape;190;p28"/>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1" name="Google Shape;191;p28"/>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2" name="Google Shape;192;p28"/>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93" name="Google Shape;193;p28"/>
          <p:cNvSpPr txBox="1"/>
          <p:nvPr/>
        </p:nvSpPr>
        <p:spPr>
          <a:xfrm>
            <a:off x="406403" y="592784"/>
            <a:ext cx="457200" cy="43858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en-GB" sz="6000">
                <a:solidFill>
                  <a:srgbClr val="9EDFF5"/>
                </a:solidFill>
                <a:latin typeface="Arial"/>
                <a:ea typeface="Arial"/>
                <a:cs typeface="Arial"/>
                <a:sym typeface="Arial"/>
              </a:rPr>
              <a:t>“</a:t>
            </a:r>
            <a:endParaRPr sz="1100"/>
          </a:p>
        </p:txBody>
      </p:sp>
      <p:sp>
        <p:nvSpPr>
          <p:cNvPr id="194" name="Google Shape;194;p28"/>
          <p:cNvSpPr txBox="1"/>
          <p:nvPr/>
        </p:nvSpPr>
        <p:spPr>
          <a:xfrm>
            <a:off x="6669758" y="2164917"/>
            <a:ext cx="457200" cy="43858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en-GB" sz="6000">
                <a:solidFill>
                  <a:srgbClr val="9EDFF5"/>
                </a:solidFill>
                <a:latin typeface="Arial"/>
                <a:ea typeface="Arial"/>
                <a:cs typeface="Arial"/>
                <a:sym typeface="Arial"/>
              </a:rPr>
              <a:t>”</a:t>
            </a:r>
            <a:endParaRPr sz="110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95" name="Shape 195"/>
        <p:cNvGrpSpPr/>
        <p:nvPr/>
      </p:nvGrpSpPr>
      <p:grpSpPr>
        <a:xfrm>
          <a:off x="0" y="0"/>
          <a:ext cx="0" cy="0"/>
          <a:chOff x="0" y="0"/>
          <a:chExt cx="0" cy="0"/>
        </a:xfrm>
      </p:grpSpPr>
      <p:sp>
        <p:nvSpPr>
          <p:cNvPr id="196" name="Google Shape;196;p29"/>
          <p:cNvSpPr txBox="1"/>
          <p:nvPr>
            <p:ph type="title"/>
          </p:nvPr>
        </p:nvSpPr>
        <p:spPr>
          <a:xfrm>
            <a:off x="508001" y="1448991"/>
            <a:ext cx="6447501" cy="1946595"/>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accent1"/>
              </a:buClr>
              <a:buSzPts val="3300"/>
              <a:buFont typeface="Trebuchet MS"/>
              <a:buNone/>
              <a:defRPr b="0" sz="3300" cap="none"/>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7" name="Google Shape;197;p29"/>
          <p:cNvSpPr txBox="1"/>
          <p:nvPr>
            <p:ph idx="1" type="body"/>
          </p:nvPr>
        </p:nvSpPr>
        <p:spPr>
          <a:xfrm>
            <a:off x="508001" y="3395586"/>
            <a:ext cx="6447501" cy="1135436"/>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1100"/>
              <a:buNone/>
              <a:defRPr sz="1400">
                <a:solidFill>
                  <a:srgbClr val="3F3F3F"/>
                </a:solidFill>
              </a:defRPr>
            </a:lvl1pPr>
            <a:lvl2pPr indent="-228600" lvl="1" marL="914400" algn="l">
              <a:spcBef>
                <a:spcPts val="800"/>
              </a:spcBef>
              <a:spcAft>
                <a:spcPts val="0"/>
              </a:spcAft>
              <a:buSzPts val="1100"/>
              <a:buNone/>
              <a:defRPr sz="1400">
                <a:solidFill>
                  <a:srgbClr val="888888"/>
                </a:solidFill>
              </a:defRPr>
            </a:lvl2pPr>
            <a:lvl3pPr indent="-228600" lvl="2" marL="1371600" algn="l">
              <a:spcBef>
                <a:spcPts val="800"/>
              </a:spcBef>
              <a:spcAft>
                <a:spcPts val="0"/>
              </a:spcAft>
              <a:buSzPts val="1000"/>
              <a:buNone/>
              <a:defRPr sz="1200">
                <a:solidFill>
                  <a:srgbClr val="888888"/>
                </a:solidFill>
              </a:defRPr>
            </a:lvl3pPr>
            <a:lvl4pPr indent="-228600" lvl="3" marL="1828800" algn="l">
              <a:spcBef>
                <a:spcPts val="800"/>
              </a:spcBef>
              <a:spcAft>
                <a:spcPts val="0"/>
              </a:spcAft>
              <a:buSzPts val="800"/>
              <a:buNone/>
              <a:defRPr sz="1100">
                <a:solidFill>
                  <a:srgbClr val="888888"/>
                </a:solidFill>
              </a:defRPr>
            </a:lvl4pPr>
            <a:lvl5pPr indent="-228600" lvl="4" marL="2286000" algn="l">
              <a:spcBef>
                <a:spcPts val="800"/>
              </a:spcBef>
              <a:spcAft>
                <a:spcPts val="0"/>
              </a:spcAft>
              <a:buSzPts val="800"/>
              <a:buNone/>
              <a:defRPr sz="1100">
                <a:solidFill>
                  <a:srgbClr val="888888"/>
                </a:solidFill>
              </a:defRPr>
            </a:lvl5pPr>
            <a:lvl6pPr indent="-228600" lvl="5" marL="2743200" algn="l">
              <a:spcBef>
                <a:spcPts val="800"/>
              </a:spcBef>
              <a:spcAft>
                <a:spcPts val="0"/>
              </a:spcAft>
              <a:buSzPts val="800"/>
              <a:buNone/>
              <a:defRPr sz="1100">
                <a:solidFill>
                  <a:srgbClr val="888888"/>
                </a:solidFill>
              </a:defRPr>
            </a:lvl6pPr>
            <a:lvl7pPr indent="-228600" lvl="6" marL="3200400" algn="l">
              <a:spcBef>
                <a:spcPts val="800"/>
              </a:spcBef>
              <a:spcAft>
                <a:spcPts val="0"/>
              </a:spcAft>
              <a:buSzPts val="800"/>
              <a:buNone/>
              <a:defRPr sz="1100">
                <a:solidFill>
                  <a:srgbClr val="888888"/>
                </a:solidFill>
              </a:defRPr>
            </a:lvl7pPr>
            <a:lvl8pPr indent="-228600" lvl="7" marL="3657600" algn="l">
              <a:spcBef>
                <a:spcPts val="800"/>
              </a:spcBef>
              <a:spcAft>
                <a:spcPts val="0"/>
              </a:spcAft>
              <a:buSzPts val="800"/>
              <a:buNone/>
              <a:defRPr sz="1100">
                <a:solidFill>
                  <a:srgbClr val="888888"/>
                </a:solidFill>
              </a:defRPr>
            </a:lvl8pPr>
            <a:lvl9pPr indent="-228600" lvl="8" marL="4114800" algn="l">
              <a:spcBef>
                <a:spcPts val="800"/>
              </a:spcBef>
              <a:spcAft>
                <a:spcPts val="0"/>
              </a:spcAft>
              <a:buSzPts val="800"/>
              <a:buNone/>
              <a:defRPr sz="1100">
                <a:solidFill>
                  <a:srgbClr val="888888"/>
                </a:solidFill>
              </a:defRPr>
            </a:lvl9pPr>
          </a:lstStyle>
          <a:p/>
        </p:txBody>
      </p:sp>
      <p:sp>
        <p:nvSpPr>
          <p:cNvPr id="198" name="Google Shape;198;p29"/>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9" name="Google Shape;199;p29"/>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0" name="Google Shape;200;p29"/>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201" name="Shape 201"/>
        <p:cNvGrpSpPr/>
        <p:nvPr/>
      </p:nvGrpSpPr>
      <p:grpSpPr>
        <a:xfrm>
          <a:off x="0" y="0"/>
          <a:ext cx="0" cy="0"/>
          <a:chOff x="0" y="0"/>
          <a:chExt cx="0" cy="0"/>
        </a:xfrm>
      </p:grpSpPr>
      <p:sp>
        <p:nvSpPr>
          <p:cNvPr id="202" name="Google Shape;202;p30"/>
          <p:cNvSpPr txBox="1"/>
          <p:nvPr>
            <p:ph type="title"/>
          </p:nvPr>
        </p:nvSpPr>
        <p:spPr>
          <a:xfrm>
            <a:off x="698500" y="457200"/>
            <a:ext cx="6070601" cy="226695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accent1"/>
              </a:buClr>
              <a:buSzPts val="3300"/>
              <a:buFont typeface="Trebuchet MS"/>
              <a:buNone/>
              <a:defRPr b="0" sz="3300" cap="none"/>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3" name="Google Shape;203;p30"/>
          <p:cNvSpPr txBox="1"/>
          <p:nvPr>
            <p:ph idx="1" type="body"/>
          </p:nvPr>
        </p:nvSpPr>
        <p:spPr>
          <a:xfrm>
            <a:off x="507999" y="3009900"/>
            <a:ext cx="6447502" cy="385686"/>
          </a:xfrm>
          <a:prstGeom prst="rect">
            <a:avLst/>
          </a:prstGeom>
          <a:noFill/>
          <a:ln>
            <a:noFill/>
          </a:ln>
        </p:spPr>
        <p:txBody>
          <a:bodyPr anchorCtr="0" anchor="b" bIns="34275" lIns="68575" spcFirstLastPara="1" rIns="68575" wrap="square" tIns="34275">
            <a:noAutofit/>
          </a:bodyPr>
          <a:lstStyle>
            <a:lvl1pPr indent="-228600" lvl="0" marL="457200" algn="l">
              <a:spcBef>
                <a:spcPts val="800"/>
              </a:spcBef>
              <a:spcAft>
                <a:spcPts val="0"/>
              </a:spcAft>
              <a:buSzPts val="1400"/>
              <a:buFont typeface="Trebuchet MS"/>
              <a:buNone/>
              <a:defRPr sz="1800">
                <a:solidFill>
                  <a:srgbClr val="3F3F3F"/>
                </a:solidFill>
              </a:defRPr>
            </a:lvl1pPr>
            <a:lvl2pPr indent="-228600" lvl="1" marL="914400" algn="l">
              <a:spcBef>
                <a:spcPts val="800"/>
              </a:spcBef>
              <a:spcAft>
                <a:spcPts val="0"/>
              </a:spcAft>
              <a:buSzPts val="1000"/>
              <a:buFont typeface="Trebuchet MS"/>
              <a:buNone/>
              <a:defRPr/>
            </a:lvl2pPr>
            <a:lvl3pPr indent="-228600" lvl="2" marL="1371600" algn="l">
              <a:spcBef>
                <a:spcPts val="800"/>
              </a:spcBef>
              <a:spcAft>
                <a:spcPts val="0"/>
              </a:spcAft>
              <a:buSzPts val="800"/>
              <a:buFont typeface="Trebuchet MS"/>
              <a:buNone/>
              <a:defRPr/>
            </a:lvl3pPr>
            <a:lvl4pPr indent="-228600" lvl="3" marL="1828800" algn="l">
              <a:spcBef>
                <a:spcPts val="800"/>
              </a:spcBef>
              <a:spcAft>
                <a:spcPts val="0"/>
              </a:spcAft>
              <a:buSzPts val="700"/>
              <a:buFont typeface="Trebuchet MS"/>
              <a:buNone/>
              <a:defRPr/>
            </a:lvl4pPr>
            <a:lvl5pPr indent="-228600" lvl="4" marL="2286000" algn="l">
              <a:spcBef>
                <a:spcPts val="800"/>
              </a:spcBef>
              <a:spcAft>
                <a:spcPts val="0"/>
              </a:spcAft>
              <a:buSzPts val="700"/>
              <a:buFont typeface="Trebuchet MS"/>
              <a:buNone/>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204" name="Google Shape;204;p30"/>
          <p:cNvSpPr txBox="1"/>
          <p:nvPr>
            <p:ph idx="2" type="body"/>
          </p:nvPr>
        </p:nvSpPr>
        <p:spPr>
          <a:xfrm>
            <a:off x="508001" y="3395586"/>
            <a:ext cx="6447501" cy="1135436"/>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1100"/>
              <a:buNone/>
              <a:defRPr sz="1400">
                <a:solidFill>
                  <a:srgbClr val="7F7F7F"/>
                </a:solidFill>
              </a:defRPr>
            </a:lvl1pPr>
            <a:lvl2pPr indent="-228600" lvl="1" marL="914400" algn="l">
              <a:spcBef>
                <a:spcPts val="800"/>
              </a:spcBef>
              <a:spcAft>
                <a:spcPts val="0"/>
              </a:spcAft>
              <a:buSzPts val="1100"/>
              <a:buNone/>
              <a:defRPr sz="1400">
                <a:solidFill>
                  <a:srgbClr val="888888"/>
                </a:solidFill>
              </a:defRPr>
            </a:lvl2pPr>
            <a:lvl3pPr indent="-228600" lvl="2" marL="1371600" algn="l">
              <a:spcBef>
                <a:spcPts val="800"/>
              </a:spcBef>
              <a:spcAft>
                <a:spcPts val="0"/>
              </a:spcAft>
              <a:buSzPts val="1000"/>
              <a:buNone/>
              <a:defRPr sz="1200">
                <a:solidFill>
                  <a:srgbClr val="888888"/>
                </a:solidFill>
              </a:defRPr>
            </a:lvl3pPr>
            <a:lvl4pPr indent="-228600" lvl="3" marL="1828800" algn="l">
              <a:spcBef>
                <a:spcPts val="800"/>
              </a:spcBef>
              <a:spcAft>
                <a:spcPts val="0"/>
              </a:spcAft>
              <a:buSzPts val="800"/>
              <a:buNone/>
              <a:defRPr sz="1100">
                <a:solidFill>
                  <a:srgbClr val="888888"/>
                </a:solidFill>
              </a:defRPr>
            </a:lvl4pPr>
            <a:lvl5pPr indent="-228600" lvl="4" marL="2286000" algn="l">
              <a:spcBef>
                <a:spcPts val="800"/>
              </a:spcBef>
              <a:spcAft>
                <a:spcPts val="0"/>
              </a:spcAft>
              <a:buSzPts val="800"/>
              <a:buNone/>
              <a:defRPr sz="1100">
                <a:solidFill>
                  <a:srgbClr val="888888"/>
                </a:solidFill>
              </a:defRPr>
            </a:lvl5pPr>
            <a:lvl6pPr indent="-228600" lvl="5" marL="2743200" algn="l">
              <a:spcBef>
                <a:spcPts val="800"/>
              </a:spcBef>
              <a:spcAft>
                <a:spcPts val="0"/>
              </a:spcAft>
              <a:buSzPts val="800"/>
              <a:buNone/>
              <a:defRPr sz="1100">
                <a:solidFill>
                  <a:srgbClr val="888888"/>
                </a:solidFill>
              </a:defRPr>
            </a:lvl6pPr>
            <a:lvl7pPr indent="-228600" lvl="6" marL="3200400" algn="l">
              <a:spcBef>
                <a:spcPts val="800"/>
              </a:spcBef>
              <a:spcAft>
                <a:spcPts val="0"/>
              </a:spcAft>
              <a:buSzPts val="800"/>
              <a:buNone/>
              <a:defRPr sz="1100">
                <a:solidFill>
                  <a:srgbClr val="888888"/>
                </a:solidFill>
              </a:defRPr>
            </a:lvl7pPr>
            <a:lvl8pPr indent="-228600" lvl="7" marL="3657600" algn="l">
              <a:spcBef>
                <a:spcPts val="800"/>
              </a:spcBef>
              <a:spcAft>
                <a:spcPts val="0"/>
              </a:spcAft>
              <a:buSzPts val="800"/>
              <a:buNone/>
              <a:defRPr sz="1100">
                <a:solidFill>
                  <a:srgbClr val="888888"/>
                </a:solidFill>
              </a:defRPr>
            </a:lvl8pPr>
            <a:lvl9pPr indent="-228600" lvl="8" marL="4114800" algn="l">
              <a:spcBef>
                <a:spcPts val="800"/>
              </a:spcBef>
              <a:spcAft>
                <a:spcPts val="0"/>
              </a:spcAft>
              <a:buSzPts val="800"/>
              <a:buNone/>
              <a:defRPr sz="1100">
                <a:solidFill>
                  <a:srgbClr val="888888"/>
                </a:solidFill>
              </a:defRPr>
            </a:lvl9pPr>
          </a:lstStyle>
          <a:p/>
        </p:txBody>
      </p:sp>
      <p:sp>
        <p:nvSpPr>
          <p:cNvPr id="205" name="Google Shape;205;p30"/>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6" name="Google Shape;206;p30"/>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7" name="Google Shape;207;p30"/>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208" name="Google Shape;208;p30"/>
          <p:cNvSpPr txBox="1"/>
          <p:nvPr/>
        </p:nvSpPr>
        <p:spPr>
          <a:xfrm>
            <a:off x="406403" y="592784"/>
            <a:ext cx="457200" cy="43858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en-GB" sz="6000">
                <a:solidFill>
                  <a:srgbClr val="9EDFF5"/>
                </a:solidFill>
                <a:latin typeface="Arial"/>
                <a:ea typeface="Arial"/>
                <a:cs typeface="Arial"/>
                <a:sym typeface="Arial"/>
              </a:rPr>
              <a:t>“</a:t>
            </a:r>
            <a:endParaRPr sz="1100"/>
          </a:p>
        </p:txBody>
      </p:sp>
      <p:sp>
        <p:nvSpPr>
          <p:cNvPr id="209" name="Google Shape;209;p30"/>
          <p:cNvSpPr txBox="1"/>
          <p:nvPr/>
        </p:nvSpPr>
        <p:spPr>
          <a:xfrm>
            <a:off x="6669758" y="2164917"/>
            <a:ext cx="457200" cy="43858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en-GB" sz="6000">
                <a:solidFill>
                  <a:srgbClr val="9EDFF5"/>
                </a:solidFill>
                <a:latin typeface="Arial"/>
                <a:ea typeface="Arial"/>
                <a:cs typeface="Arial"/>
                <a:sym typeface="Arial"/>
              </a:rPr>
              <a:t>”</a:t>
            </a:r>
            <a:endParaRPr sz="110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210" name="Shape 210"/>
        <p:cNvGrpSpPr/>
        <p:nvPr/>
      </p:nvGrpSpPr>
      <p:grpSpPr>
        <a:xfrm>
          <a:off x="0" y="0"/>
          <a:ext cx="0" cy="0"/>
          <a:chOff x="0" y="0"/>
          <a:chExt cx="0" cy="0"/>
        </a:xfrm>
      </p:grpSpPr>
      <p:sp>
        <p:nvSpPr>
          <p:cNvPr id="211" name="Google Shape;211;p31"/>
          <p:cNvSpPr txBox="1"/>
          <p:nvPr>
            <p:ph type="title"/>
          </p:nvPr>
        </p:nvSpPr>
        <p:spPr>
          <a:xfrm>
            <a:off x="514349" y="457200"/>
            <a:ext cx="6441152" cy="226695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accent1"/>
              </a:buClr>
              <a:buSzPts val="3300"/>
              <a:buFont typeface="Trebuchet MS"/>
              <a:buNone/>
              <a:defRPr b="0" sz="3300" cap="none"/>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2" name="Google Shape;212;p31"/>
          <p:cNvSpPr txBox="1"/>
          <p:nvPr>
            <p:ph idx="1" type="body"/>
          </p:nvPr>
        </p:nvSpPr>
        <p:spPr>
          <a:xfrm>
            <a:off x="507999" y="3009900"/>
            <a:ext cx="6447502" cy="385686"/>
          </a:xfrm>
          <a:prstGeom prst="rect">
            <a:avLst/>
          </a:prstGeom>
          <a:noFill/>
          <a:ln>
            <a:noFill/>
          </a:ln>
        </p:spPr>
        <p:txBody>
          <a:bodyPr anchorCtr="0" anchor="b" bIns="34275" lIns="68575" spcFirstLastPara="1" rIns="68575" wrap="square" tIns="34275">
            <a:noAutofit/>
          </a:bodyPr>
          <a:lstStyle>
            <a:lvl1pPr indent="-228600" lvl="0" marL="457200" algn="l">
              <a:spcBef>
                <a:spcPts val="800"/>
              </a:spcBef>
              <a:spcAft>
                <a:spcPts val="0"/>
              </a:spcAft>
              <a:buSzPts val="1400"/>
              <a:buFont typeface="Trebuchet MS"/>
              <a:buNone/>
              <a:defRPr sz="1800">
                <a:solidFill>
                  <a:schemeClr val="accent1"/>
                </a:solidFill>
              </a:defRPr>
            </a:lvl1pPr>
            <a:lvl2pPr indent="-228600" lvl="1" marL="914400" algn="l">
              <a:spcBef>
                <a:spcPts val="800"/>
              </a:spcBef>
              <a:spcAft>
                <a:spcPts val="0"/>
              </a:spcAft>
              <a:buSzPts val="1000"/>
              <a:buFont typeface="Trebuchet MS"/>
              <a:buNone/>
              <a:defRPr/>
            </a:lvl2pPr>
            <a:lvl3pPr indent="-228600" lvl="2" marL="1371600" algn="l">
              <a:spcBef>
                <a:spcPts val="800"/>
              </a:spcBef>
              <a:spcAft>
                <a:spcPts val="0"/>
              </a:spcAft>
              <a:buSzPts val="800"/>
              <a:buFont typeface="Trebuchet MS"/>
              <a:buNone/>
              <a:defRPr/>
            </a:lvl3pPr>
            <a:lvl4pPr indent="-228600" lvl="3" marL="1828800" algn="l">
              <a:spcBef>
                <a:spcPts val="800"/>
              </a:spcBef>
              <a:spcAft>
                <a:spcPts val="0"/>
              </a:spcAft>
              <a:buSzPts val="700"/>
              <a:buFont typeface="Trebuchet MS"/>
              <a:buNone/>
              <a:defRPr/>
            </a:lvl4pPr>
            <a:lvl5pPr indent="-228600" lvl="4" marL="2286000" algn="l">
              <a:spcBef>
                <a:spcPts val="800"/>
              </a:spcBef>
              <a:spcAft>
                <a:spcPts val="0"/>
              </a:spcAft>
              <a:buSzPts val="700"/>
              <a:buFont typeface="Trebuchet MS"/>
              <a:buNone/>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213" name="Google Shape;213;p31"/>
          <p:cNvSpPr txBox="1"/>
          <p:nvPr>
            <p:ph idx="2" type="body"/>
          </p:nvPr>
        </p:nvSpPr>
        <p:spPr>
          <a:xfrm>
            <a:off x="508001" y="3395586"/>
            <a:ext cx="6447501" cy="1135436"/>
          </a:xfrm>
          <a:prstGeom prst="rect">
            <a:avLst/>
          </a:prstGeom>
          <a:noFill/>
          <a:ln>
            <a:noFill/>
          </a:ln>
        </p:spPr>
        <p:txBody>
          <a:bodyPr anchorCtr="0" anchor="t" bIns="34275" lIns="68575" spcFirstLastPara="1" rIns="68575" wrap="square" tIns="34275">
            <a:normAutofit/>
          </a:bodyPr>
          <a:lstStyle>
            <a:lvl1pPr indent="-228600" lvl="0" marL="457200" algn="l">
              <a:spcBef>
                <a:spcPts val="800"/>
              </a:spcBef>
              <a:spcAft>
                <a:spcPts val="0"/>
              </a:spcAft>
              <a:buSzPts val="1100"/>
              <a:buNone/>
              <a:defRPr sz="1400">
                <a:solidFill>
                  <a:srgbClr val="7F7F7F"/>
                </a:solidFill>
              </a:defRPr>
            </a:lvl1pPr>
            <a:lvl2pPr indent="-228600" lvl="1" marL="914400" algn="l">
              <a:spcBef>
                <a:spcPts val="800"/>
              </a:spcBef>
              <a:spcAft>
                <a:spcPts val="0"/>
              </a:spcAft>
              <a:buSzPts val="1100"/>
              <a:buNone/>
              <a:defRPr sz="1400">
                <a:solidFill>
                  <a:srgbClr val="888888"/>
                </a:solidFill>
              </a:defRPr>
            </a:lvl2pPr>
            <a:lvl3pPr indent="-228600" lvl="2" marL="1371600" algn="l">
              <a:spcBef>
                <a:spcPts val="800"/>
              </a:spcBef>
              <a:spcAft>
                <a:spcPts val="0"/>
              </a:spcAft>
              <a:buSzPts val="1000"/>
              <a:buNone/>
              <a:defRPr sz="1200">
                <a:solidFill>
                  <a:srgbClr val="888888"/>
                </a:solidFill>
              </a:defRPr>
            </a:lvl3pPr>
            <a:lvl4pPr indent="-228600" lvl="3" marL="1828800" algn="l">
              <a:spcBef>
                <a:spcPts val="800"/>
              </a:spcBef>
              <a:spcAft>
                <a:spcPts val="0"/>
              </a:spcAft>
              <a:buSzPts val="800"/>
              <a:buNone/>
              <a:defRPr sz="1100">
                <a:solidFill>
                  <a:srgbClr val="888888"/>
                </a:solidFill>
              </a:defRPr>
            </a:lvl4pPr>
            <a:lvl5pPr indent="-228600" lvl="4" marL="2286000" algn="l">
              <a:spcBef>
                <a:spcPts val="800"/>
              </a:spcBef>
              <a:spcAft>
                <a:spcPts val="0"/>
              </a:spcAft>
              <a:buSzPts val="800"/>
              <a:buNone/>
              <a:defRPr sz="1100">
                <a:solidFill>
                  <a:srgbClr val="888888"/>
                </a:solidFill>
              </a:defRPr>
            </a:lvl5pPr>
            <a:lvl6pPr indent="-228600" lvl="5" marL="2743200" algn="l">
              <a:spcBef>
                <a:spcPts val="800"/>
              </a:spcBef>
              <a:spcAft>
                <a:spcPts val="0"/>
              </a:spcAft>
              <a:buSzPts val="800"/>
              <a:buNone/>
              <a:defRPr sz="1100">
                <a:solidFill>
                  <a:srgbClr val="888888"/>
                </a:solidFill>
              </a:defRPr>
            </a:lvl6pPr>
            <a:lvl7pPr indent="-228600" lvl="6" marL="3200400" algn="l">
              <a:spcBef>
                <a:spcPts val="800"/>
              </a:spcBef>
              <a:spcAft>
                <a:spcPts val="0"/>
              </a:spcAft>
              <a:buSzPts val="800"/>
              <a:buNone/>
              <a:defRPr sz="1100">
                <a:solidFill>
                  <a:srgbClr val="888888"/>
                </a:solidFill>
              </a:defRPr>
            </a:lvl7pPr>
            <a:lvl8pPr indent="-228600" lvl="7" marL="3657600" algn="l">
              <a:spcBef>
                <a:spcPts val="800"/>
              </a:spcBef>
              <a:spcAft>
                <a:spcPts val="0"/>
              </a:spcAft>
              <a:buSzPts val="800"/>
              <a:buNone/>
              <a:defRPr sz="1100">
                <a:solidFill>
                  <a:srgbClr val="888888"/>
                </a:solidFill>
              </a:defRPr>
            </a:lvl8pPr>
            <a:lvl9pPr indent="-228600" lvl="8" marL="4114800" algn="l">
              <a:spcBef>
                <a:spcPts val="800"/>
              </a:spcBef>
              <a:spcAft>
                <a:spcPts val="0"/>
              </a:spcAft>
              <a:buSzPts val="800"/>
              <a:buNone/>
              <a:defRPr sz="1100">
                <a:solidFill>
                  <a:srgbClr val="888888"/>
                </a:solidFill>
              </a:defRPr>
            </a:lvl9pPr>
          </a:lstStyle>
          <a:p/>
        </p:txBody>
      </p:sp>
      <p:sp>
        <p:nvSpPr>
          <p:cNvPr id="214" name="Google Shape;214;p31"/>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5" name="Google Shape;215;p31"/>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6" name="Google Shape;216;p31"/>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2"/>
          <p:cNvSpPr txBox="1"/>
          <p:nvPr>
            <p:ph type="title"/>
          </p:nvPr>
        </p:nvSpPr>
        <p:spPr>
          <a:xfrm>
            <a:off x="508000" y="457200"/>
            <a:ext cx="6447501" cy="990600"/>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accent1"/>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9" name="Google Shape;219;p32"/>
          <p:cNvSpPr txBox="1"/>
          <p:nvPr>
            <p:ph idx="1" type="body"/>
          </p:nvPr>
        </p:nvSpPr>
        <p:spPr>
          <a:xfrm rot="5400000">
            <a:off x="2276461" y="-148019"/>
            <a:ext cx="2910580" cy="6447501"/>
          </a:xfrm>
          <a:prstGeom prst="rect">
            <a:avLst/>
          </a:prstGeom>
          <a:noFill/>
          <a:ln>
            <a:noFill/>
          </a:ln>
        </p:spPr>
        <p:txBody>
          <a:bodyPr anchorCtr="0" anchor="t" bIns="34275" lIns="68575" spcFirstLastPara="1" rIns="68575" wrap="square" tIns="34275">
            <a:normAutofit/>
          </a:bodyPr>
          <a:lstStyle>
            <a:lvl1pPr indent="-298450" lvl="0" marL="457200" algn="l">
              <a:spcBef>
                <a:spcPts val="800"/>
              </a:spcBef>
              <a:spcAft>
                <a:spcPts val="0"/>
              </a:spcAft>
              <a:buSzPts val="1100"/>
              <a:buChar char="►"/>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220" name="Google Shape;220;p32"/>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1" name="Google Shape;221;p32"/>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2" name="Google Shape;222;p32"/>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3"/>
          <p:cNvSpPr txBox="1"/>
          <p:nvPr>
            <p:ph type="title"/>
          </p:nvPr>
        </p:nvSpPr>
        <p:spPr>
          <a:xfrm rot="5400000">
            <a:off x="4495739" y="1937215"/>
            <a:ext cx="3938588" cy="978557"/>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accent1"/>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5" name="Google Shape;225;p33"/>
          <p:cNvSpPr txBox="1"/>
          <p:nvPr>
            <p:ph idx="1" type="body"/>
          </p:nvPr>
        </p:nvSpPr>
        <p:spPr>
          <a:xfrm rot="5400000">
            <a:off x="1186264" y="-221062"/>
            <a:ext cx="3938588" cy="5295113"/>
          </a:xfrm>
          <a:prstGeom prst="rect">
            <a:avLst/>
          </a:prstGeom>
          <a:noFill/>
          <a:ln>
            <a:noFill/>
          </a:ln>
        </p:spPr>
        <p:txBody>
          <a:bodyPr anchorCtr="0" anchor="t" bIns="34275" lIns="68575" spcFirstLastPara="1" rIns="68575" wrap="square" tIns="34275">
            <a:normAutofit/>
          </a:bodyPr>
          <a:lstStyle>
            <a:lvl1pPr indent="-298450" lvl="0" marL="457200" algn="l">
              <a:spcBef>
                <a:spcPts val="800"/>
              </a:spcBef>
              <a:spcAft>
                <a:spcPts val="0"/>
              </a:spcAft>
              <a:buSzPts val="1100"/>
              <a:buChar char="►"/>
              <a:defRPr/>
            </a:lvl1pPr>
            <a:lvl2pPr indent="-298450" lvl="1" marL="914400" algn="l">
              <a:spcBef>
                <a:spcPts val="800"/>
              </a:spcBef>
              <a:spcAft>
                <a:spcPts val="0"/>
              </a:spcAft>
              <a:buSzPts val="1100"/>
              <a:buChar char="►"/>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226" name="Google Shape;226;p33"/>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7" name="Google Shape;227;p33"/>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8" name="Google Shape;228;p33"/>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bg>
      <p:bgPr>
        <a:solidFill>
          <a:schemeClr val="dk1"/>
        </a:solidFill>
      </p:bgPr>
    </p:bg>
    <p:spTree>
      <p:nvGrpSpPr>
        <p:cNvPr id="229" name="Shape 229"/>
        <p:cNvGrpSpPr/>
        <p:nvPr/>
      </p:nvGrpSpPr>
      <p:grpSpPr>
        <a:xfrm>
          <a:off x="0" y="0"/>
          <a:ext cx="0" cy="0"/>
          <a:chOff x="0" y="0"/>
          <a:chExt cx="0" cy="0"/>
        </a:xfrm>
      </p:grpSpPr>
      <p:sp>
        <p:nvSpPr>
          <p:cNvPr id="230" name="Google Shape;230;p34"/>
          <p:cNvSpPr/>
          <p:nvPr>
            <p:ph idx="2" type="pic"/>
          </p:nvPr>
        </p:nvSpPr>
        <p:spPr>
          <a:xfrm>
            <a:off x="0" y="0"/>
            <a:ext cx="9144000" cy="5143500"/>
          </a:xfrm>
          <a:prstGeom prst="rect">
            <a:avLst/>
          </a:prstGeom>
          <a:noFill/>
          <a:ln>
            <a:noFill/>
          </a:ln>
        </p:spPr>
      </p:sp>
      <p:sp>
        <p:nvSpPr>
          <p:cNvPr descr="Tall office building looking up" id="231" name="Google Shape;231;p34"/>
          <p:cNvSpPr/>
          <p:nvPr/>
        </p:nvSpPr>
        <p:spPr>
          <a:xfrm>
            <a:off x="2788920" y="885842"/>
            <a:ext cx="3566160" cy="3371816"/>
          </a:xfrm>
          <a:prstGeom prst="rect">
            <a:avLst/>
          </a:prstGeom>
          <a:solidFill>
            <a:schemeClr val="accent5">
              <a:alpha val="40000"/>
            </a:schemeClr>
          </a:solidFill>
          <a:ln cap="flat" cmpd="sng" w="60325">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Trebuchet MS"/>
              <a:ea typeface="Trebuchet MS"/>
              <a:cs typeface="Trebuchet MS"/>
              <a:sym typeface="Trebuchet MS"/>
            </a:endParaRPr>
          </a:p>
        </p:txBody>
      </p:sp>
      <p:sp>
        <p:nvSpPr>
          <p:cNvPr id="232" name="Google Shape;232;p34"/>
          <p:cNvSpPr txBox="1"/>
          <p:nvPr>
            <p:ph idx="1" type="body"/>
          </p:nvPr>
        </p:nvSpPr>
        <p:spPr>
          <a:xfrm>
            <a:off x="3111854" y="3644602"/>
            <a:ext cx="2943701" cy="367904"/>
          </a:xfrm>
          <a:prstGeom prst="rect">
            <a:avLst/>
          </a:prstGeom>
          <a:noFill/>
          <a:ln>
            <a:noFill/>
          </a:ln>
        </p:spPr>
        <p:txBody>
          <a:bodyPr anchorCtr="0" anchor="t" bIns="34275" lIns="68575" spcFirstLastPara="1" rIns="68575" wrap="square" tIns="34275">
            <a:normAutofit/>
          </a:bodyPr>
          <a:lstStyle>
            <a:lvl1pPr indent="-228600" lvl="0" marL="457200" algn="r">
              <a:spcBef>
                <a:spcPts val="800"/>
              </a:spcBef>
              <a:spcAft>
                <a:spcPts val="0"/>
              </a:spcAft>
              <a:buSzPts val="1400"/>
              <a:buNone/>
              <a:defRPr b="1" sz="1800">
                <a:solidFill>
                  <a:schemeClr val="accent4"/>
                </a:solidFill>
                <a:latin typeface="Calibri"/>
                <a:ea typeface="Calibri"/>
                <a:cs typeface="Calibri"/>
                <a:sym typeface="Calibri"/>
              </a:defRPr>
            </a:lvl1pPr>
            <a:lvl2pPr indent="-228600" lvl="1" marL="914400" algn="l">
              <a:spcBef>
                <a:spcPts val="800"/>
              </a:spcBef>
              <a:spcAft>
                <a:spcPts val="0"/>
              </a:spcAft>
              <a:buSzPts val="1000"/>
              <a:buNone/>
              <a:defRPr/>
            </a:lvl2pPr>
            <a:lvl3pPr indent="-298450" lvl="2" marL="1371600" algn="l">
              <a:spcBef>
                <a:spcPts val="800"/>
              </a:spcBef>
              <a:spcAft>
                <a:spcPts val="0"/>
              </a:spcAft>
              <a:buSzPts val="1100"/>
              <a:buChar char="►"/>
              <a:defRPr/>
            </a:lvl3pPr>
            <a:lvl4pPr indent="-298450" lvl="3" marL="1828800" algn="l">
              <a:spcBef>
                <a:spcPts val="800"/>
              </a:spcBef>
              <a:spcAft>
                <a:spcPts val="0"/>
              </a:spcAft>
              <a:buSzPts val="1100"/>
              <a:buChar char="►"/>
              <a:defRPr/>
            </a:lvl4pPr>
            <a:lvl5pPr indent="-298450" lvl="4" marL="2286000" algn="l">
              <a:spcBef>
                <a:spcPts val="800"/>
              </a:spcBef>
              <a:spcAft>
                <a:spcPts val="0"/>
              </a:spcAft>
              <a:buSzPts val="1100"/>
              <a:buChar char="►"/>
              <a:defRPr/>
            </a:lvl5pPr>
            <a:lvl6pPr indent="-298450" lvl="5" marL="2743200" algn="l">
              <a:spcBef>
                <a:spcPts val="800"/>
              </a:spcBef>
              <a:spcAft>
                <a:spcPts val="0"/>
              </a:spcAft>
              <a:buSzPts val="1100"/>
              <a:buChar char="►"/>
              <a:defRPr/>
            </a:lvl6pPr>
            <a:lvl7pPr indent="-298450" lvl="6" marL="3200400" algn="l">
              <a:spcBef>
                <a:spcPts val="800"/>
              </a:spcBef>
              <a:spcAft>
                <a:spcPts val="0"/>
              </a:spcAft>
              <a:buSzPts val="1100"/>
              <a:buChar char="►"/>
              <a:defRPr/>
            </a:lvl7pPr>
            <a:lvl8pPr indent="-298450" lvl="7" marL="3657600" algn="l">
              <a:spcBef>
                <a:spcPts val="800"/>
              </a:spcBef>
              <a:spcAft>
                <a:spcPts val="0"/>
              </a:spcAft>
              <a:buSzPts val="1100"/>
              <a:buChar char="►"/>
              <a:defRPr/>
            </a:lvl8pPr>
            <a:lvl9pPr indent="-298450" lvl="8" marL="4114800" algn="l">
              <a:spcBef>
                <a:spcPts val="800"/>
              </a:spcBef>
              <a:spcAft>
                <a:spcPts val="0"/>
              </a:spcAft>
              <a:buSzPts val="1100"/>
              <a:buChar char="►"/>
              <a:defRPr/>
            </a:lvl9pPr>
          </a:lstStyle>
          <a:p/>
        </p:txBody>
      </p:sp>
      <p:sp>
        <p:nvSpPr>
          <p:cNvPr id="233" name="Google Shape;233;p34"/>
          <p:cNvSpPr txBox="1"/>
          <p:nvPr>
            <p:ph type="title"/>
          </p:nvPr>
        </p:nvSpPr>
        <p:spPr>
          <a:xfrm>
            <a:off x="3111854" y="1147264"/>
            <a:ext cx="2943701" cy="1271728"/>
          </a:xfrm>
          <a:prstGeom prst="rect">
            <a:avLst/>
          </a:prstGeom>
          <a:noFill/>
          <a:ln>
            <a:noFill/>
          </a:ln>
        </p:spPr>
        <p:txBody>
          <a:bodyPr anchorCtr="0" anchor="t" bIns="34275" lIns="68575" spcFirstLastPara="1" rIns="68575" wrap="square" tIns="34275">
            <a:normAutofit/>
          </a:bodyPr>
          <a:lstStyle>
            <a:lvl1pPr lvl="0" algn="l">
              <a:spcBef>
                <a:spcPts val="800"/>
              </a:spcBef>
              <a:spcAft>
                <a:spcPts val="0"/>
              </a:spcAft>
              <a:buClr>
                <a:schemeClr val="lt1"/>
              </a:buClr>
              <a:buSzPts val="3600"/>
              <a:buFont typeface="Trebuchet MS"/>
              <a:buNone/>
              <a:defRPr b="1" sz="3600">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theme" Target="../theme/theme3.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grpSp>
        <p:nvGrpSpPr>
          <p:cNvPr id="51" name="Google Shape;51;p13"/>
          <p:cNvGrpSpPr/>
          <p:nvPr/>
        </p:nvGrpSpPr>
        <p:grpSpPr>
          <a:xfrm>
            <a:off x="0" y="-6350"/>
            <a:ext cx="9144000" cy="5149850"/>
            <a:chOff x="0" y="-8467"/>
            <a:chExt cx="12192000" cy="6866467"/>
          </a:xfrm>
        </p:grpSpPr>
        <p:cxnSp>
          <p:nvCxnSpPr>
            <p:cNvPr id="52" name="Google Shape;52;p13"/>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53" name="Google Shape;53;p13"/>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54" name="Google Shape;54;p13"/>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55" name="Google Shape;55;p13"/>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56" name="Google Shape;56;p13"/>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 name="Google Shape;57;p13"/>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58" name="Google Shape;58;p13"/>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59" name="Google Shape;59;p13"/>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60" name="Google Shape;60;p13"/>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 name="Google Shape;61;p13"/>
            <p:cNvSpPr/>
            <p:nvPr/>
          </p:nvSpPr>
          <p:spPr>
            <a:xfrm>
              <a:off x="0" y="4013200"/>
              <a:ext cx="448733" cy="2844800"/>
            </a:xfrm>
            <a:prstGeom prst="triangle">
              <a:avLst>
                <a:gd fmla="val 0" name="adj"/>
              </a:avLst>
            </a:prstGeom>
            <a:solidFill>
              <a:schemeClr val="accent1">
                <a:alpha val="70196"/>
              </a:scheme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sp>
        <p:nvSpPr>
          <p:cNvPr id="62" name="Google Shape;62;p13"/>
          <p:cNvSpPr txBox="1"/>
          <p:nvPr>
            <p:ph type="title"/>
          </p:nvPr>
        </p:nvSpPr>
        <p:spPr>
          <a:xfrm>
            <a:off x="508000" y="457200"/>
            <a:ext cx="6447501" cy="990600"/>
          </a:xfrm>
          <a:prstGeom prst="rect">
            <a:avLst/>
          </a:prstGeom>
          <a:noFill/>
          <a:ln>
            <a:noFill/>
          </a:ln>
        </p:spPr>
        <p:txBody>
          <a:bodyPr anchorCtr="0" anchor="t" bIns="34275" lIns="68575" spcFirstLastPara="1" rIns="68575" wrap="square" tIns="34275">
            <a:normAutofit/>
          </a:bodyPr>
          <a:lstStyle>
            <a:lvl1pPr lvl="0" marR="0" rtl="0" algn="l">
              <a:spcBef>
                <a:spcPts val="0"/>
              </a:spcBef>
              <a:spcAft>
                <a:spcPts val="0"/>
              </a:spcAft>
              <a:buClr>
                <a:schemeClr val="accent1"/>
              </a:buClr>
              <a:buSzPts val="2700"/>
              <a:buFont typeface="Trebuchet MS"/>
              <a:buNone/>
              <a:defRPr b="0" i="0" sz="27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100"/>
              <a:buNone/>
              <a:defRPr b="0" i="0" sz="1400" u="none" cap="none" strike="noStrike">
                <a:solidFill>
                  <a:schemeClr val="dk2"/>
                </a:solidFill>
              </a:defRPr>
            </a:lvl2pPr>
            <a:lvl3pPr lvl="2" marR="0" rtl="0" algn="l">
              <a:spcBef>
                <a:spcPts val="0"/>
              </a:spcBef>
              <a:spcAft>
                <a:spcPts val="0"/>
              </a:spcAft>
              <a:buSzPts val="1100"/>
              <a:buNone/>
              <a:defRPr b="0" i="0" sz="1400" u="none" cap="none" strike="noStrike">
                <a:solidFill>
                  <a:schemeClr val="dk2"/>
                </a:solidFill>
              </a:defRPr>
            </a:lvl3pPr>
            <a:lvl4pPr lvl="3" marR="0" rtl="0" algn="l">
              <a:spcBef>
                <a:spcPts val="0"/>
              </a:spcBef>
              <a:spcAft>
                <a:spcPts val="0"/>
              </a:spcAft>
              <a:buSzPts val="1100"/>
              <a:buNone/>
              <a:defRPr b="0" i="0" sz="1400" u="none" cap="none" strike="noStrike">
                <a:solidFill>
                  <a:schemeClr val="dk2"/>
                </a:solidFill>
              </a:defRPr>
            </a:lvl4pPr>
            <a:lvl5pPr lvl="4" marR="0" rtl="0" algn="l">
              <a:spcBef>
                <a:spcPts val="0"/>
              </a:spcBef>
              <a:spcAft>
                <a:spcPts val="0"/>
              </a:spcAft>
              <a:buSzPts val="1100"/>
              <a:buNone/>
              <a:defRPr b="0" i="0" sz="1400" u="none" cap="none" strike="noStrike">
                <a:solidFill>
                  <a:schemeClr val="dk2"/>
                </a:solidFill>
              </a:defRPr>
            </a:lvl5pPr>
            <a:lvl6pPr lvl="5" marR="0" rtl="0" algn="l">
              <a:spcBef>
                <a:spcPts val="0"/>
              </a:spcBef>
              <a:spcAft>
                <a:spcPts val="0"/>
              </a:spcAft>
              <a:buSzPts val="1100"/>
              <a:buNone/>
              <a:defRPr b="0" i="0" sz="1400" u="none" cap="none" strike="noStrike">
                <a:solidFill>
                  <a:schemeClr val="dk2"/>
                </a:solidFill>
              </a:defRPr>
            </a:lvl6pPr>
            <a:lvl7pPr lvl="6" marR="0" rtl="0" algn="l">
              <a:spcBef>
                <a:spcPts val="0"/>
              </a:spcBef>
              <a:spcAft>
                <a:spcPts val="0"/>
              </a:spcAft>
              <a:buSzPts val="1100"/>
              <a:buNone/>
              <a:defRPr b="0" i="0" sz="1400" u="none" cap="none" strike="noStrike">
                <a:solidFill>
                  <a:schemeClr val="dk2"/>
                </a:solidFill>
              </a:defRPr>
            </a:lvl7pPr>
            <a:lvl8pPr lvl="7" marR="0" rtl="0" algn="l">
              <a:spcBef>
                <a:spcPts val="0"/>
              </a:spcBef>
              <a:spcAft>
                <a:spcPts val="0"/>
              </a:spcAft>
              <a:buSzPts val="1100"/>
              <a:buNone/>
              <a:defRPr b="0" i="0" sz="1400" u="none" cap="none" strike="noStrike">
                <a:solidFill>
                  <a:schemeClr val="dk2"/>
                </a:solidFill>
              </a:defRPr>
            </a:lvl8pPr>
            <a:lvl9pPr lvl="8" marR="0" rtl="0" algn="l">
              <a:spcBef>
                <a:spcPts val="0"/>
              </a:spcBef>
              <a:spcAft>
                <a:spcPts val="0"/>
              </a:spcAft>
              <a:buSzPts val="1100"/>
              <a:buNone/>
              <a:defRPr b="0" i="0" sz="1400" u="none" cap="none" strike="noStrike">
                <a:solidFill>
                  <a:schemeClr val="dk2"/>
                </a:solidFill>
              </a:defRPr>
            </a:lvl9pPr>
          </a:lstStyle>
          <a:p/>
        </p:txBody>
      </p:sp>
      <p:sp>
        <p:nvSpPr>
          <p:cNvPr id="63" name="Google Shape;63;p13"/>
          <p:cNvSpPr txBox="1"/>
          <p:nvPr>
            <p:ph idx="1" type="body"/>
          </p:nvPr>
        </p:nvSpPr>
        <p:spPr>
          <a:xfrm>
            <a:off x="508000" y="1620442"/>
            <a:ext cx="6447501" cy="2910580"/>
          </a:xfrm>
          <a:prstGeom prst="rect">
            <a:avLst/>
          </a:prstGeom>
          <a:noFill/>
          <a:ln>
            <a:noFill/>
          </a:ln>
        </p:spPr>
        <p:txBody>
          <a:bodyPr anchorCtr="0" anchor="t" bIns="34275" lIns="68575" spcFirstLastPara="1" rIns="68575" wrap="square" tIns="34275">
            <a:normAutofit/>
          </a:bodyPr>
          <a:lstStyle>
            <a:lvl1pPr indent="-298450" lvl="0" marL="457200" marR="0" rtl="0" algn="l">
              <a:spcBef>
                <a:spcPts val="800"/>
              </a:spcBef>
              <a:spcAft>
                <a:spcPts val="0"/>
              </a:spcAft>
              <a:buClr>
                <a:schemeClr val="accent1"/>
              </a:buClr>
              <a:buSzPts val="1100"/>
              <a:buFont typeface="Noto Sans Symbols"/>
              <a:buChar char="►"/>
              <a:defRPr b="0" i="0" sz="1400" u="none" cap="none" strike="noStrike">
                <a:solidFill>
                  <a:srgbClr val="3F3F3F"/>
                </a:solidFill>
                <a:latin typeface="Trebuchet MS"/>
                <a:ea typeface="Trebuchet MS"/>
                <a:cs typeface="Trebuchet MS"/>
                <a:sym typeface="Trebuchet MS"/>
              </a:defRPr>
            </a:lvl1pPr>
            <a:lvl2pPr indent="-292100" lvl="1" marL="914400" marR="0" rtl="0" algn="l">
              <a:spcBef>
                <a:spcPts val="800"/>
              </a:spcBef>
              <a:spcAft>
                <a:spcPts val="0"/>
              </a:spcAft>
              <a:buClr>
                <a:schemeClr val="accent1"/>
              </a:buClr>
              <a:buSzPts val="1000"/>
              <a:buFont typeface="Noto Sans Symbols"/>
              <a:buChar char="►"/>
              <a:defRPr b="0" i="0" sz="1200" u="none" cap="none" strike="noStrike">
                <a:solidFill>
                  <a:srgbClr val="3F3F3F"/>
                </a:solidFill>
                <a:latin typeface="Trebuchet MS"/>
                <a:ea typeface="Trebuchet MS"/>
                <a:cs typeface="Trebuchet MS"/>
                <a:sym typeface="Trebuchet MS"/>
              </a:defRPr>
            </a:lvl2pPr>
            <a:lvl3pPr indent="-279400" lvl="2" marL="1371600" marR="0" rtl="0" algn="l">
              <a:spcBef>
                <a:spcPts val="800"/>
              </a:spcBef>
              <a:spcAft>
                <a:spcPts val="0"/>
              </a:spcAft>
              <a:buClr>
                <a:schemeClr val="accent1"/>
              </a:buClr>
              <a:buSzPts val="800"/>
              <a:buFont typeface="Noto Sans Symbols"/>
              <a:buChar char="►"/>
              <a:defRPr b="0" i="0" sz="1100" u="none" cap="none" strike="noStrike">
                <a:solidFill>
                  <a:srgbClr val="3F3F3F"/>
                </a:solidFill>
                <a:latin typeface="Trebuchet MS"/>
                <a:ea typeface="Trebuchet MS"/>
                <a:cs typeface="Trebuchet MS"/>
                <a:sym typeface="Trebuchet MS"/>
              </a:defRPr>
            </a:lvl3pPr>
            <a:lvl4pPr indent="-273050" lvl="3" marL="1828800" marR="0" rtl="0" algn="l">
              <a:spcBef>
                <a:spcPts val="800"/>
              </a:spcBef>
              <a:spcAft>
                <a:spcPts val="0"/>
              </a:spcAft>
              <a:buClr>
                <a:schemeClr val="accent1"/>
              </a:buClr>
              <a:buSzPts val="700"/>
              <a:buFont typeface="Noto Sans Symbols"/>
              <a:buChar char="►"/>
              <a:defRPr b="0" i="0" sz="900" u="none" cap="none" strike="noStrike">
                <a:solidFill>
                  <a:srgbClr val="3F3F3F"/>
                </a:solidFill>
                <a:latin typeface="Trebuchet MS"/>
                <a:ea typeface="Trebuchet MS"/>
                <a:cs typeface="Trebuchet MS"/>
                <a:sym typeface="Trebuchet MS"/>
              </a:defRPr>
            </a:lvl4pPr>
            <a:lvl5pPr indent="-273050" lvl="4" marL="2286000" marR="0" rtl="0" algn="l">
              <a:spcBef>
                <a:spcPts val="800"/>
              </a:spcBef>
              <a:spcAft>
                <a:spcPts val="0"/>
              </a:spcAft>
              <a:buClr>
                <a:schemeClr val="accent1"/>
              </a:buClr>
              <a:buSzPts val="700"/>
              <a:buFont typeface="Noto Sans Symbols"/>
              <a:buChar char="►"/>
              <a:defRPr b="0" i="0" sz="900" u="none" cap="none" strike="noStrike">
                <a:solidFill>
                  <a:srgbClr val="3F3F3F"/>
                </a:solidFill>
                <a:latin typeface="Trebuchet MS"/>
                <a:ea typeface="Trebuchet MS"/>
                <a:cs typeface="Trebuchet MS"/>
                <a:sym typeface="Trebuchet MS"/>
              </a:defRPr>
            </a:lvl5pPr>
            <a:lvl6pPr indent="-273050" lvl="5" marL="2743200" marR="0" rtl="0" algn="l">
              <a:spcBef>
                <a:spcPts val="800"/>
              </a:spcBef>
              <a:spcAft>
                <a:spcPts val="0"/>
              </a:spcAft>
              <a:buClr>
                <a:schemeClr val="accent1"/>
              </a:buClr>
              <a:buSzPts val="700"/>
              <a:buFont typeface="Noto Sans Symbols"/>
              <a:buChar char="►"/>
              <a:defRPr b="0" i="0" sz="900" u="none" cap="none" strike="noStrike">
                <a:solidFill>
                  <a:srgbClr val="3F3F3F"/>
                </a:solidFill>
                <a:latin typeface="Trebuchet MS"/>
                <a:ea typeface="Trebuchet MS"/>
                <a:cs typeface="Trebuchet MS"/>
                <a:sym typeface="Trebuchet MS"/>
              </a:defRPr>
            </a:lvl6pPr>
            <a:lvl7pPr indent="-273050" lvl="6" marL="3200400" marR="0" rtl="0" algn="l">
              <a:spcBef>
                <a:spcPts val="800"/>
              </a:spcBef>
              <a:spcAft>
                <a:spcPts val="0"/>
              </a:spcAft>
              <a:buClr>
                <a:schemeClr val="accent1"/>
              </a:buClr>
              <a:buSzPts val="700"/>
              <a:buFont typeface="Noto Sans Symbols"/>
              <a:buChar char="►"/>
              <a:defRPr b="0" i="0" sz="900" u="none" cap="none" strike="noStrike">
                <a:solidFill>
                  <a:srgbClr val="3F3F3F"/>
                </a:solidFill>
                <a:latin typeface="Trebuchet MS"/>
                <a:ea typeface="Trebuchet MS"/>
                <a:cs typeface="Trebuchet MS"/>
                <a:sym typeface="Trebuchet MS"/>
              </a:defRPr>
            </a:lvl7pPr>
            <a:lvl8pPr indent="-273050" lvl="7" marL="3657600" marR="0" rtl="0" algn="l">
              <a:spcBef>
                <a:spcPts val="800"/>
              </a:spcBef>
              <a:spcAft>
                <a:spcPts val="0"/>
              </a:spcAft>
              <a:buClr>
                <a:schemeClr val="accent1"/>
              </a:buClr>
              <a:buSzPts val="700"/>
              <a:buFont typeface="Noto Sans Symbols"/>
              <a:buChar char="►"/>
              <a:defRPr b="0" i="0" sz="900" u="none" cap="none" strike="noStrike">
                <a:solidFill>
                  <a:srgbClr val="3F3F3F"/>
                </a:solidFill>
                <a:latin typeface="Trebuchet MS"/>
                <a:ea typeface="Trebuchet MS"/>
                <a:cs typeface="Trebuchet MS"/>
                <a:sym typeface="Trebuchet MS"/>
              </a:defRPr>
            </a:lvl8pPr>
            <a:lvl9pPr indent="-273050" lvl="8" marL="4114800" marR="0" rtl="0" algn="l">
              <a:spcBef>
                <a:spcPts val="800"/>
              </a:spcBef>
              <a:spcAft>
                <a:spcPts val="0"/>
              </a:spcAft>
              <a:buClr>
                <a:schemeClr val="accent1"/>
              </a:buClr>
              <a:buSzPts val="700"/>
              <a:buFont typeface="Noto Sans Symbols"/>
              <a:buChar char="►"/>
              <a:defRPr b="0" i="0" sz="900" u="none" cap="none" strike="noStrike">
                <a:solidFill>
                  <a:srgbClr val="3F3F3F"/>
                </a:solidFill>
                <a:latin typeface="Trebuchet MS"/>
                <a:ea typeface="Trebuchet MS"/>
                <a:cs typeface="Trebuchet MS"/>
                <a:sym typeface="Trebuchet MS"/>
              </a:defRPr>
            </a:lvl9pPr>
          </a:lstStyle>
          <a:p/>
        </p:txBody>
      </p:sp>
      <p:sp>
        <p:nvSpPr>
          <p:cNvPr id="64" name="Google Shape;64;p13"/>
          <p:cNvSpPr txBox="1"/>
          <p:nvPr>
            <p:ph idx="10" type="dt"/>
          </p:nvPr>
        </p:nvSpPr>
        <p:spPr>
          <a:xfrm>
            <a:off x="5403850" y="4531022"/>
            <a:ext cx="683954" cy="273844"/>
          </a:xfrm>
          <a:prstGeom prst="rect">
            <a:avLst/>
          </a:prstGeom>
          <a:noFill/>
          <a:ln>
            <a:noFill/>
          </a:ln>
        </p:spPr>
        <p:txBody>
          <a:bodyPr anchorCtr="0" anchor="ctr" bIns="34275" lIns="68575" spcFirstLastPara="1" rIns="68575" wrap="square" tIns="34275">
            <a:noAutofit/>
          </a:bodyPr>
          <a:lstStyle>
            <a:lvl1pPr lvl="0" marR="0" rtl="0" algn="r">
              <a:spcBef>
                <a:spcPts val="0"/>
              </a:spcBef>
              <a:spcAft>
                <a:spcPts val="0"/>
              </a:spcAft>
              <a:buSzPts val="1100"/>
              <a:buNone/>
              <a:defRPr b="0" i="0" sz="7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9pPr>
          </a:lstStyle>
          <a:p/>
        </p:txBody>
      </p:sp>
      <p:sp>
        <p:nvSpPr>
          <p:cNvPr id="65" name="Google Shape;65;p13"/>
          <p:cNvSpPr txBox="1"/>
          <p:nvPr>
            <p:ph idx="11" type="ftr"/>
          </p:nvPr>
        </p:nvSpPr>
        <p:spPr>
          <a:xfrm>
            <a:off x="508001" y="4531022"/>
            <a:ext cx="4723209"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7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100"/>
              <a:buNone/>
              <a:defRPr b="0" i="0" sz="1400" u="none" cap="none" strike="noStrike">
                <a:solidFill>
                  <a:schemeClr val="dk1"/>
                </a:solidFill>
                <a:latin typeface="Trebuchet MS"/>
                <a:ea typeface="Trebuchet MS"/>
                <a:cs typeface="Trebuchet MS"/>
                <a:sym typeface="Trebuchet MS"/>
              </a:defRPr>
            </a:lvl9pPr>
          </a:lstStyle>
          <a:p/>
        </p:txBody>
      </p:sp>
      <p:sp>
        <p:nvSpPr>
          <p:cNvPr id="66" name="Google Shape;66;p13"/>
          <p:cNvSpPr txBox="1"/>
          <p:nvPr>
            <p:ph idx="12" type="sldNum"/>
          </p:nvPr>
        </p:nvSpPr>
        <p:spPr>
          <a:xfrm>
            <a:off x="6442997" y="4531022"/>
            <a:ext cx="512504"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7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7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7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7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7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7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7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7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7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GB"/>
              <a:t>‹#›</a:t>
            </a:fld>
            <a:endParaRPr/>
          </a:p>
        </p:txBody>
      </p:sp>
      <p:sp>
        <p:nvSpPr>
          <p:cNvPr id="67" name="Google Shape;67;p13"/>
          <p:cNvSpPr txBox="1"/>
          <p:nvPr/>
        </p:nvSpPr>
        <p:spPr>
          <a:xfrm>
            <a:off x="495297" y="4784180"/>
            <a:ext cx="2057400" cy="273844"/>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GB" sz="800" u="none" cap="none" strike="noStrike">
                <a:solidFill>
                  <a:schemeClr val="accent2"/>
                </a:solidFill>
                <a:latin typeface="Trebuchet MS"/>
                <a:ea typeface="Trebuchet MS"/>
                <a:cs typeface="Trebuchet MS"/>
                <a:sym typeface="Trebuchet MS"/>
              </a:rPr>
              <a:t>9/2/2026</a:t>
            </a:r>
            <a:endParaRPr b="0" i="0" sz="800" u="none" cap="none" strike="noStrike">
              <a:solidFill>
                <a:schemeClr val="accent2"/>
              </a:solidFill>
              <a:latin typeface="Trebuchet MS"/>
              <a:ea typeface="Trebuchet MS"/>
              <a:cs typeface="Trebuchet MS"/>
              <a:sym typeface="Trebuchet MS"/>
            </a:endParaRPr>
          </a:p>
        </p:txBody>
      </p:sp>
      <p:sp>
        <p:nvSpPr>
          <p:cNvPr id="68" name="Google Shape;68;p13"/>
          <p:cNvSpPr txBox="1"/>
          <p:nvPr/>
        </p:nvSpPr>
        <p:spPr>
          <a:xfrm>
            <a:off x="1084145" y="4784180"/>
            <a:ext cx="3086100" cy="273844"/>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i="0" lang="en-GB" sz="800" u="none" cap="none" strike="noStrike">
                <a:solidFill>
                  <a:schemeClr val="accent2"/>
                </a:solidFill>
                <a:latin typeface="Trebuchet MS"/>
                <a:ea typeface="Trebuchet MS"/>
                <a:cs typeface="Trebuchet MS"/>
                <a:sym typeface="Trebuchet MS"/>
              </a:rPr>
              <a:t>Annual Review</a:t>
            </a:r>
            <a:endParaRPr sz="1100"/>
          </a:p>
        </p:txBody>
      </p:sp>
      <p:sp>
        <p:nvSpPr>
          <p:cNvPr id="69" name="Google Shape;69;p13"/>
          <p:cNvSpPr txBox="1"/>
          <p:nvPr/>
        </p:nvSpPr>
        <p:spPr>
          <a:xfrm>
            <a:off x="6604004" y="4784180"/>
            <a:ext cx="2057400" cy="273844"/>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GB" sz="800" u="none" cap="none" strike="noStrike">
                <a:solidFill>
                  <a:schemeClr val="accent4"/>
                </a:solidFill>
                <a:latin typeface="Trebuchet MS"/>
                <a:ea typeface="Trebuchet MS"/>
                <a:cs typeface="Trebuchet MS"/>
                <a:sym typeface="Trebuchet MS"/>
              </a:rPr>
              <a:t>‹#›</a:t>
            </a:fld>
            <a:endParaRPr b="0" i="0" sz="800" u="none" cap="none" strike="noStrike">
              <a:solidFill>
                <a:schemeClr val="accent4"/>
              </a:solidFill>
              <a:latin typeface="Trebuchet MS"/>
              <a:ea typeface="Trebuchet MS"/>
              <a:cs typeface="Trebuchet MS"/>
              <a:sym typeface="Trebuchet MS"/>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13.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9.png"/><Relationship Id="rId5"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hyperlink" Target="https://github.com/Anjana-0404/Seasonal-Agriculture-Performance-Analysis/tree/main"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5"/>
          <p:cNvSpPr txBox="1"/>
          <p:nvPr>
            <p:ph idx="1" type="body"/>
          </p:nvPr>
        </p:nvSpPr>
        <p:spPr>
          <a:xfrm>
            <a:off x="598426" y="2687925"/>
            <a:ext cx="6752400" cy="646200"/>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SzPts val="1200"/>
              <a:buNone/>
            </a:pPr>
            <a:r>
              <a:rPr b="0" lang="en-GB">
                <a:solidFill>
                  <a:schemeClr val="dk1"/>
                </a:solidFill>
              </a:rPr>
              <a:t>Student Name : Anjana Ajithkumar Pillai </a:t>
            </a:r>
            <a:endParaRPr b="0">
              <a:solidFill>
                <a:schemeClr val="dk1"/>
              </a:solidFill>
            </a:endParaRPr>
          </a:p>
          <a:p>
            <a:pPr indent="0" lvl="0" marL="0" rtl="0" algn="l">
              <a:spcBef>
                <a:spcPts val="800"/>
              </a:spcBef>
              <a:spcAft>
                <a:spcPts val="0"/>
              </a:spcAft>
              <a:buSzPts val="1200"/>
              <a:buNone/>
            </a:pPr>
            <a:r>
              <a:rPr b="0" lang="en-GB">
                <a:solidFill>
                  <a:schemeClr val="dk1"/>
                </a:solidFill>
              </a:rPr>
              <a:t>College Name : Amrita Vishwa Vidyapeetham</a:t>
            </a:r>
            <a:endParaRPr b="0">
              <a:solidFill>
                <a:schemeClr val="dk1"/>
              </a:solidFill>
            </a:endParaRPr>
          </a:p>
        </p:txBody>
      </p:sp>
      <p:sp>
        <p:nvSpPr>
          <p:cNvPr id="239" name="Google Shape;239;p35"/>
          <p:cNvSpPr txBox="1"/>
          <p:nvPr>
            <p:ph type="title"/>
          </p:nvPr>
        </p:nvSpPr>
        <p:spPr>
          <a:xfrm>
            <a:off x="508775" y="2133575"/>
            <a:ext cx="7646700" cy="557700"/>
          </a:xfrm>
          <a:prstGeom prst="rect">
            <a:avLst/>
          </a:prstGeom>
          <a:noFill/>
          <a:ln>
            <a:noFill/>
          </a:ln>
        </p:spPr>
        <p:txBody>
          <a:bodyPr anchorCtr="0" anchor="t" bIns="34275" lIns="68575" spcFirstLastPara="1" rIns="68575" wrap="square" tIns="34275">
            <a:normAutofit fontScale="90000"/>
          </a:bodyPr>
          <a:lstStyle/>
          <a:p>
            <a:pPr indent="0" lvl="0" marL="0" rtl="0" algn="l">
              <a:spcBef>
                <a:spcPts val="0"/>
              </a:spcBef>
              <a:spcAft>
                <a:spcPts val="0"/>
              </a:spcAft>
              <a:buClr>
                <a:schemeClr val="dk1"/>
              </a:buClr>
              <a:buSzPct val="100000"/>
              <a:buFont typeface="Trebuchet MS"/>
              <a:buNone/>
            </a:pPr>
            <a:r>
              <a:rPr b="1" lang="en-GB" sz="2400" u="sng"/>
              <a:t>Project Title - Seasonal Agriculture Performance Analysis </a:t>
            </a:r>
            <a:endParaRPr b="1" sz="2400" u="sng"/>
          </a:p>
        </p:txBody>
      </p:sp>
      <p:sp>
        <p:nvSpPr>
          <p:cNvPr id="240" name="Google Shape;240;p35"/>
          <p:cNvSpPr txBox="1"/>
          <p:nvPr/>
        </p:nvSpPr>
        <p:spPr>
          <a:xfrm>
            <a:off x="4800600" y="2095501"/>
            <a:ext cx="2484120" cy="646123"/>
          </a:xfrm>
          <a:prstGeom prst="rect">
            <a:avLst/>
          </a:prstGeom>
          <a:noFill/>
          <a:ln>
            <a:noFill/>
          </a:ln>
        </p:spPr>
        <p:txBody>
          <a:bodyPr anchorCtr="0" anchor="t" bIns="34275" lIns="68575" spcFirstLastPara="1" rIns="68575" wrap="square" tIns="34275">
            <a:normAutofit/>
          </a:bodyPr>
          <a:lstStyle/>
          <a:p>
            <a:pPr indent="0" lvl="0" marL="0" marR="0" rtl="0" algn="l">
              <a:spcBef>
                <a:spcPts val="0"/>
              </a:spcBef>
              <a:spcAft>
                <a:spcPts val="0"/>
              </a:spcAft>
              <a:buClr>
                <a:schemeClr val="accent1"/>
              </a:buClr>
              <a:buSzPts val="1400"/>
              <a:buFont typeface="Noto Sans Symbols"/>
              <a:buNone/>
            </a:pPr>
            <a:r>
              <a:t/>
            </a:r>
            <a:endParaRPr b="1" i="0" sz="1800" u="none" cap="none" strike="noStrike">
              <a:solidFill>
                <a:schemeClr val="accent4"/>
              </a:solidFill>
              <a:latin typeface="Trebuchet MS"/>
              <a:ea typeface="Trebuchet MS"/>
              <a:cs typeface="Trebuchet MS"/>
              <a:sym typeface="Trebuchet MS"/>
            </a:endParaRPr>
          </a:p>
        </p:txBody>
      </p:sp>
      <p:pic>
        <p:nvPicPr>
          <p:cNvPr id="241" name="Google Shape;241;p35"/>
          <p:cNvPicPr preferRelativeResize="0"/>
          <p:nvPr/>
        </p:nvPicPr>
        <p:blipFill rotWithShape="1">
          <a:blip r:embed="rId3">
            <a:alphaModFix/>
          </a:blip>
          <a:srcRect b="0" l="0" r="0" t="96181"/>
          <a:stretch/>
        </p:blipFill>
        <p:spPr>
          <a:xfrm>
            <a:off x="506968" y="4853940"/>
            <a:ext cx="1607344" cy="144780"/>
          </a:xfrm>
          <a:prstGeom prst="rect">
            <a:avLst/>
          </a:prstGeom>
          <a:noFill/>
          <a:ln>
            <a:noFill/>
          </a:ln>
        </p:spPr>
      </p:pic>
      <p:sp>
        <p:nvSpPr>
          <p:cNvPr id="242" name="Google Shape;242;p35"/>
          <p:cNvSpPr txBox="1"/>
          <p:nvPr/>
        </p:nvSpPr>
        <p:spPr>
          <a:xfrm>
            <a:off x="598426" y="3432350"/>
            <a:ext cx="56100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u="none" cap="none" strike="noStrike">
                <a:solidFill>
                  <a:schemeClr val="dk1"/>
                </a:solidFill>
                <a:latin typeface="Trebuchet MS"/>
                <a:ea typeface="Trebuchet MS"/>
                <a:cs typeface="Trebuchet MS"/>
                <a:sym typeface="Trebuchet MS"/>
              </a:rPr>
              <a:t>AICTE STU ID :  </a:t>
            </a:r>
            <a:r>
              <a:rPr lang="en-GB">
                <a:solidFill>
                  <a:srgbClr val="242424"/>
                </a:solidFill>
                <a:highlight>
                  <a:srgbClr val="F5F5F5"/>
                </a:highlight>
                <a:latin typeface="Calibri"/>
                <a:ea typeface="Calibri"/>
                <a:cs typeface="Calibri"/>
                <a:sym typeface="Calibri"/>
              </a:rPr>
              <a:t>STU694b66590a7151766549081</a:t>
            </a:r>
            <a:r>
              <a:rPr lang="en-GB">
                <a:solidFill>
                  <a:schemeClr val="dk1"/>
                </a:solidFill>
              </a:rPr>
              <a:t> </a:t>
            </a:r>
            <a:endParaRPr sz="1700">
              <a:solidFill>
                <a:schemeClr val="dk1"/>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822"/>
                                        <p:tgtEl>
                                          <p:spTgt spid="2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xEl>
                                              <p:pRg end="0" st="0"/>
                                            </p:txEl>
                                          </p:spTgt>
                                        </p:tgtEl>
                                        <p:attrNameLst>
                                          <p:attrName>style.visibility</p:attrName>
                                        </p:attrNameLst>
                                      </p:cBhvr>
                                      <p:to>
                                        <p:strVal val="visible"/>
                                      </p:to>
                                    </p:set>
                                    <p:animEffect filter="fade" transition="in">
                                      <p:cBhvr>
                                        <p:cTn dur="500"/>
                                        <p:tgtEl>
                                          <p:spTgt spid="2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xEl>
                                              <p:pRg end="1" st="1"/>
                                            </p:txEl>
                                          </p:spTgt>
                                        </p:tgtEl>
                                        <p:attrNameLst>
                                          <p:attrName>style.visibility</p:attrName>
                                        </p:attrNameLst>
                                      </p:cBhvr>
                                      <p:to>
                                        <p:strVal val="visible"/>
                                      </p:to>
                                    </p:set>
                                    <p:animEffect filter="fade" transition="in">
                                      <p:cBhvr>
                                        <p:cTn dur="500"/>
                                        <p:tgtEl>
                                          <p:spTgt spid="23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10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6"/>
          <p:cNvSpPr txBox="1"/>
          <p:nvPr>
            <p:ph idx="1" type="body"/>
          </p:nvPr>
        </p:nvSpPr>
        <p:spPr>
          <a:xfrm>
            <a:off x="408575" y="1513225"/>
            <a:ext cx="5703900" cy="3042900"/>
          </a:xfrm>
          <a:prstGeom prst="rect">
            <a:avLst/>
          </a:prstGeom>
          <a:noFill/>
          <a:ln>
            <a:noFill/>
          </a:ln>
        </p:spPr>
        <p:txBody>
          <a:bodyPr anchorCtr="0" anchor="t" bIns="34275" lIns="68575" spcFirstLastPara="1" rIns="68575" wrap="square" tIns="34275">
            <a:normAutofit/>
          </a:bodyPr>
          <a:lstStyle/>
          <a:p>
            <a:pPr indent="0" lvl="0" marL="254000" rtl="0" algn="l">
              <a:lnSpc>
                <a:spcPct val="115000"/>
              </a:lnSpc>
              <a:spcBef>
                <a:spcPts val="0"/>
              </a:spcBef>
              <a:spcAft>
                <a:spcPts val="0"/>
              </a:spcAft>
              <a:buNone/>
            </a:pPr>
            <a:r>
              <a:rPr lang="en-GB" sz="140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sz="1400"/>
          </a:p>
        </p:txBody>
      </p:sp>
      <p:sp>
        <p:nvSpPr>
          <p:cNvPr id="248" name="Google Shape;248;p36"/>
          <p:cNvSpPr txBox="1"/>
          <p:nvPr>
            <p:ph type="title"/>
          </p:nvPr>
        </p:nvSpPr>
        <p:spPr>
          <a:xfrm>
            <a:off x="565951" y="412813"/>
            <a:ext cx="5246703" cy="592583"/>
          </a:xfrm>
          <a:prstGeom prst="rect">
            <a:avLst/>
          </a:prstGeom>
          <a:noFill/>
          <a:ln>
            <a:noFill/>
          </a:ln>
        </p:spPr>
        <p:txBody>
          <a:bodyPr anchorCtr="0" anchor="t" bIns="34275" lIns="68575" spcFirstLastPara="1" rIns="68575" wrap="square" tIns="34275">
            <a:normAutofit fontScale="90000"/>
          </a:bodyPr>
          <a:lstStyle/>
          <a:p>
            <a:pPr indent="0" lvl="0" marL="0" rtl="0" algn="l">
              <a:spcBef>
                <a:spcPts val="0"/>
              </a:spcBef>
              <a:spcAft>
                <a:spcPts val="0"/>
              </a:spcAft>
              <a:buClr>
                <a:schemeClr val="dk1"/>
              </a:buClr>
              <a:buSzPct val="100000"/>
              <a:buFont typeface="Trebuchet MS"/>
              <a:buNone/>
            </a:pPr>
            <a:r>
              <a:rPr lang="en-GB" u="sng"/>
              <a:t>PROBLEM  STATEMENT</a:t>
            </a:r>
            <a:endParaRPr u="sng"/>
          </a:p>
        </p:txBody>
      </p:sp>
      <p:pic>
        <p:nvPicPr>
          <p:cNvPr id="249" name="Google Shape;249;p36"/>
          <p:cNvPicPr preferRelativeResize="0"/>
          <p:nvPr/>
        </p:nvPicPr>
        <p:blipFill rotWithShape="1">
          <a:blip r:embed="rId3">
            <a:alphaModFix/>
          </a:blip>
          <a:srcRect b="0" l="0" r="0" t="0"/>
          <a:stretch/>
        </p:blipFill>
        <p:spPr>
          <a:xfrm>
            <a:off x="6286013" y="2107725"/>
            <a:ext cx="2070570" cy="2448309"/>
          </a:xfrm>
          <a:prstGeom prst="rect">
            <a:avLst/>
          </a:prstGeom>
          <a:noFill/>
          <a:ln>
            <a:noFill/>
          </a:ln>
        </p:spPr>
      </p:pic>
      <p:pic>
        <p:nvPicPr>
          <p:cNvPr id="250" name="Google Shape;250;p36"/>
          <p:cNvPicPr preferRelativeResize="0"/>
          <p:nvPr/>
        </p:nvPicPr>
        <p:blipFill rotWithShape="1">
          <a:blip r:embed="rId4">
            <a:alphaModFix/>
          </a:blip>
          <a:srcRect b="0" l="0" r="0" t="96181"/>
          <a:stretch/>
        </p:blipFill>
        <p:spPr>
          <a:xfrm>
            <a:off x="506968" y="4853940"/>
            <a:ext cx="1607344" cy="1447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8"/>
                                        </p:tgtEl>
                                        <p:attrNameLst>
                                          <p:attrName>style.visibility</p:attrName>
                                        </p:attrNameLst>
                                      </p:cBhvr>
                                      <p:to>
                                        <p:strVal val="visible"/>
                                      </p:to>
                                    </p:set>
                                    <p:anim calcmode="lin" valueType="num">
                                      <p:cBhvr additive="base">
                                        <p:cTn dur="500"/>
                                        <p:tgtEl>
                                          <p:spTgt spid="248"/>
                                        </p:tgtEl>
                                        <p:attrNameLst>
                                          <p:attrName>ppt_w</p:attrName>
                                        </p:attrNameLst>
                                      </p:cBhvr>
                                      <p:tavLst>
                                        <p:tav fmla="" tm="0">
                                          <p:val>
                                            <p:strVal val="0"/>
                                          </p:val>
                                        </p:tav>
                                        <p:tav fmla="" tm="100000">
                                          <p:val>
                                            <p:strVal val="#ppt_w"/>
                                          </p:val>
                                        </p:tav>
                                      </p:tavLst>
                                    </p:anim>
                                    <p:anim calcmode="lin" valueType="num">
                                      <p:cBhvr additive="base">
                                        <p:cTn dur="500"/>
                                        <p:tgtEl>
                                          <p:spTgt spid="24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0" st="0"/>
                                            </p:txEl>
                                          </p:spTgt>
                                        </p:tgtEl>
                                        <p:attrNameLst>
                                          <p:attrName>style.visibility</p:attrName>
                                        </p:attrNameLst>
                                      </p:cBhvr>
                                      <p:to>
                                        <p:strVal val="visible"/>
                                      </p:to>
                                    </p:set>
                                    <p:animEffect filter="fade" transition="in">
                                      <p:cBhvr>
                                        <p:cTn dur="1000"/>
                                        <p:tgtEl>
                                          <p:spTgt spid="24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54" name="Shape 254"/>
        <p:cNvGrpSpPr/>
        <p:nvPr/>
      </p:nvGrpSpPr>
      <p:grpSpPr>
        <a:xfrm>
          <a:off x="0" y="0"/>
          <a:ext cx="0" cy="0"/>
          <a:chOff x="0" y="0"/>
          <a:chExt cx="0" cy="0"/>
        </a:xfrm>
      </p:grpSpPr>
      <p:sp>
        <p:nvSpPr>
          <p:cNvPr id="255" name="Google Shape;255;p37"/>
          <p:cNvSpPr txBox="1"/>
          <p:nvPr>
            <p:ph type="title"/>
          </p:nvPr>
        </p:nvSpPr>
        <p:spPr>
          <a:xfrm>
            <a:off x="350525" y="477326"/>
            <a:ext cx="4707000" cy="674400"/>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Clr>
                <a:schemeClr val="dk1"/>
              </a:buClr>
              <a:buSzPts val="3600"/>
              <a:buFont typeface="Trebuchet MS"/>
              <a:buNone/>
            </a:pPr>
            <a:r>
              <a:rPr lang="en-GB" sz="3200" u="sng"/>
              <a:t>PROJECT DESCRIPTION</a:t>
            </a:r>
            <a:endParaRPr sz="3200" u="sng"/>
          </a:p>
        </p:txBody>
      </p:sp>
      <p:pic>
        <p:nvPicPr>
          <p:cNvPr id="256" name="Google Shape;256;p37"/>
          <p:cNvPicPr preferRelativeResize="0"/>
          <p:nvPr/>
        </p:nvPicPr>
        <p:blipFill rotWithShape="1">
          <a:blip r:embed="rId3">
            <a:alphaModFix/>
          </a:blip>
          <a:srcRect b="0" l="0" r="0" t="96181"/>
          <a:stretch/>
        </p:blipFill>
        <p:spPr>
          <a:xfrm>
            <a:off x="506968" y="4853940"/>
            <a:ext cx="1607344" cy="144780"/>
          </a:xfrm>
          <a:prstGeom prst="rect">
            <a:avLst/>
          </a:prstGeom>
          <a:noFill/>
          <a:ln>
            <a:noFill/>
          </a:ln>
        </p:spPr>
      </p:pic>
      <p:pic>
        <p:nvPicPr>
          <p:cNvPr id="257" name="Google Shape;257;p37"/>
          <p:cNvPicPr preferRelativeResize="0"/>
          <p:nvPr/>
        </p:nvPicPr>
        <p:blipFill rotWithShape="1">
          <a:blip r:embed="rId4">
            <a:alphaModFix/>
          </a:blip>
          <a:srcRect b="0" l="0" r="0" t="0"/>
          <a:stretch/>
        </p:blipFill>
        <p:spPr>
          <a:xfrm>
            <a:off x="350519" y="4807846"/>
            <a:ext cx="2779690" cy="222069"/>
          </a:xfrm>
          <a:prstGeom prst="rect">
            <a:avLst/>
          </a:prstGeom>
          <a:noFill/>
          <a:ln>
            <a:noFill/>
          </a:ln>
        </p:spPr>
      </p:pic>
      <p:sp>
        <p:nvSpPr>
          <p:cNvPr id="258" name="Google Shape;258;p37"/>
          <p:cNvSpPr txBox="1"/>
          <p:nvPr/>
        </p:nvSpPr>
        <p:spPr>
          <a:xfrm>
            <a:off x="350525" y="1630725"/>
            <a:ext cx="6508500" cy="2668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a:solidFill>
                  <a:srgbClr val="3F3F3F"/>
                </a:solidFill>
                <a:latin typeface="Trebuchet MS"/>
                <a:ea typeface="Trebuchet MS"/>
                <a:cs typeface="Trebuchet MS"/>
                <a:sym typeface="Trebuchet MS"/>
              </a:rPr>
              <a:t>The Seasonal Agriculture Performance Analysis project evaluates how agricultural productivity, resource utilization, environmental factors, and economic returns vary across the three primary Indian crop seasons: Kharif, Rabi, and Zaid. While agricultural output fluctuates due to changing weather patterns, resource constraints, and soil health, raw farming data often masks underlying operational inefficiencies. This project applies exploratory data analytics, comparative metrics, and data visualization to uncover critical seasonal trends, evaluate water and input efficiency, and deliver actionable insights for evidence-based agricultural planning and risk mitigation. </a:t>
            </a:r>
            <a:endParaRPr>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5"/>
                                        </p:tgtEl>
                                        <p:attrNameLst>
                                          <p:attrName>style.visibility</p:attrName>
                                        </p:attrNameLst>
                                      </p:cBhvr>
                                      <p:to>
                                        <p:strVal val="visible"/>
                                      </p:to>
                                    </p:set>
                                    <p:anim calcmode="lin" valueType="num">
                                      <p:cBhvr additive="base">
                                        <p:cTn dur="500"/>
                                        <p:tgtEl>
                                          <p:spTgt spid="255"/>
                                        </p:tgtEl>
                                        <p:attrNameLst>
                                          <p:attrName>ppt_w</p:attrName>
                                        </p:attrNameLst>
                                      </p:cBhvr>
                                      <p:tavLst>
                                        <p:tav fmla="" tm="0">
                                          <p:val>
                                            <p:strVal val="0"/>
                                          </p:val>
                                        </p:tav>
                                        <p:tav fmla="" tm="100000">
                                          <p:val>
                                            <p:strVal val="#ppt_w"/>
                                          </p:val>
                                        </p:tav>
                                      </p:tavLst>
                                    </p:anim>
                                    <p:anim calcmode="lin" valueType="num">
                                      <p:cBhvr additive="base">
                                        <p:cTn dur="500"/>
                                        <p:tgtEl>
                                          <p:spTgt spid="25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8"/>
                                        </p:tgtEl>
                                        <p:attrNameLst>
                                          <p:attrName>style.visibility</p:attrName>
                                        </p:attrNameLst>
                                      </p:cBhvr>
                                      <p:to>
                                        <p:strVal val="visible"/>
                                      </p:to>
                                    </p:set>
                                    <p:anim calcmode="lin" valueType="num">
                                      <p:cBhvr additive="base">
                                        <p:cTn dur="1000"/>
                                        <p:tgtEl>
                                          <p:spTgt spid="258"/>
                                        </p:tgtEl>
                                        <p:attrNameLst>
                                          <p:attrName>ppt_w</p:attrName>
                                        </p:attrNameLst>
                                      </p:cBhvr>
                                      <p:tavLst>
                                        <p:tav fmla="" tm="0">
                                          <p:val>
                                            <p:strVal val="0"/>
                                          </p:val>
                                        </p:tav>
                                        <p:tav fmla="" tm="100000">
                                          <p:val>
                                            <p:strVal val="#ppt_w"/>
                                          </p:val>
                                        </p:tav>
                                      </p:tavLst>
                                    </p:anim>
                                    <p:anim calcmode="lin" valueType="num">
                                      <p:cBhvr additive="base">
                                        <p:cTn dur="1000"/>
                                        <p:tgtEl>
                                          <p:spTgt spid="25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8"/>
          <p:cNvSpPr txBox="1"/>
          <p:nvPr>
            <p:ph idx="1" type="body"/>
          </p:nvPr>
        </p:nvSpPr>
        <p:spPr>
          <a:xfrm>
            <a:off x="541025" y="1466400"/>
            <a:ext cx="6475500" cy="3310200"/>
          </a:xfrm>
          <a:prstGeom prst="rect">
            <a:avLst/>
          </a:prstGeom>
          <a:noFill/>
          <a:ln>
            <a:noFill/>
          </a:ln>
        </p:spPr>
        <p:txBody>
          <a:bodyPr anchorCtr="0" anchor="t" bIns="34275" lIns="68575" spcFirstLastPara="1" rIns="68575" wrap="square" tIns="34275">
            <a:normAutofit lnSpcReduction="20000"/>
          </a:bodyPr>
          <a:lstStyle/>
          <a:p>
            <a:pPr indent="-298450" lvl="0" marL="457200" rtl="0" algn="l">
              <a:lnSpc>
                <a:spcPct val="115000"/>
              </a:lnSpc>
              <a:spcBef>
                <a:spcPts val="0"/>
              </a:spcBef>
              <a:spcAft>
                <a:spcPts val="0"/>
              </a:spcAft>
              <a:buClr>
                <a:schemeClr val="dk1"/>
              </a:buClr>
              <a:buSzPts val="1100"/>
              <a:buFont typeface="Arial"/>
              <a:buChar char="▪"/>
            </a:pPr>
            <a:r>
              <a:rPr b="1" lang="en-GB" sz="1400"/>
              <a:t>Farmers &amp; Farm Managers:</a:t>
            </a:r>
            <a:r>
              <a:rPr lang="en-GB" sz="1400"/>
              <a:t> For selecting suitable crops per season, scheduling irrigation, and cutting input costs.</a:t>
            </a:r>
            <a:endParaRPr sz="1400"/>
          </a:p>
          <a:p>
            <a:pPr indent="0" lvl="0" marL="457200" rtl="0" algn="l">
              <a:lnSpc>
                <a:spcPct val="115000"/>
              </a:lnSpc>
              <a:spcBef>
                <a:spcPts val="0"/>
              </a:spcBef>
              <a:spcAft>
                <a:spcPts val="0"/>
              </a:spcAft>
              <a:buNone/>
            </a:pPr>
            <a:r>
              <a:t/>
            </a:r>
            <a:endParaRPr sz="1400"/>
          </a:p>
          <a:p>
            <a:pPr indent="-298450" lvl="0" marL="457200" rtl="0" algn="l">
              <a:lnSpc>
                <a:spcPct val="115000"/>
              </a:lnSpc>
              <a:spcBef>
                <a:spcPts val="0"/>
              </a:spcBef>
              <a:spcAft>
                <a:spcPts val="0"/>
              </a:spcAft>
              <a:buClr>
                <a:schemeClr val="dk1"/>
              </a:buClr>
              <a:buSzPts val="1100"/>
              <a:buFont typeface="Arial"/>
              <a:buChar char="▪"/>
            </a:pPr>
            <a:r>
              <a:rPr b="1" lang="en-GB" sz="1400"/>
              <a:t>Agricultural Extension Officers:</a:t>
            </a:r>
            <a:r>
              <a:rPr lang="en-GB" sz="1400"/>
              <a:t> For delivering targeted, seasonal guidance on pest control and soil nutrients.</a:t>
            </a:r>
            <a:endParaRPr sz="1400"/>
          </a:p>
          <a:p>
            <a:pPr indent="0" lvl="0" marL="457200" rtl="0" algn="l">
              <a:lnSpc>
                <a:spcPct val="115000"/>
              </a:lnSpc>
              <a:spcBef>
                <a:spcPts val="0"/>
              </a:spcBef>
              <a:spcAft>
                <a:spcPts val="0"/>
              </a:spcAft>
              <a:buNone/>
            </a:pPr>
            <a:r>
              <a:t/>
            </a:r>
            <a:endParaRPr sz="1400"/>
          </a:p>
          <a:p>
            <a:pPr indent="-298450" lvl="0" marL="457200" rtl="0" algn="l">
              <a:lnSpc>
                <a:spcPct val="115000"/>
              </a:lnSpc>
              <a:spcBef>
                <a:spcPts val="0"/>
              </a:spcBef>
              <a:spcAft>
                <a:spcPts val="0"/>
              </a:spcAft>
              <a:buClr>
                <a:schemeClr val="dk1"/>
              </a:buClr>
              <a:buSzPts val="1100"/>
              <a:buFont typeface="Arial"/>
              <a:buChar char="▪"/>
            </a:pPr>
            <a:r>
              <a:rPr b="1" lang="en-GB" sz="1400"/>
              <a:t>Government &amp; Policymakers:</a:t>
            </a:r>
            <a:r>
              <a:rPr lang="en-GB" sz="1400"/>
              <a:t> For planning regional water allocation, fertilizer subsidies, and seasonal farm schemes.</a:t>
            </a:r>
            <a:endParaRPr sz="1400"/>
          </a:p>
          <a:p>
            <a:pPr indent="0" lvl="0" marL="457200" rtl="0" algn="l">
              <a:lnSpc>
                <a:spcPct val="115000"/>
              </a:lnSpc>
              <a:spcBef>
                <a:spcPts val="0"/>
              </a:spcBef>
              <a:spcAft>
                <a:spcPts val="0"/>
              </a:spcAft>
              <a:buNone/>
            </a:pPr>
            <a:r>
              <a:t/>
            </a:r>
            <a:endParaRPr sz="1400"/>
          </a:p>
          <a:p>
            <a:pPr indent="-298450" lvl="0" marL="457200" rtl="0" algn="l">
              <a:lnSpc>
                <a:spcPct val="115000"/>
              </a:lnSpc>
              <a:spcBef>
                <a:spcPts val="0"/>
              </a:spcBef>
              <a:spcAft>
                <a:spcPts val="0"/>
              </a:spcAft>
              <a:buClr>
                <a:schemeClr val="dk1"/>
              </a:buClr>
              <a:buSzPts val="1100"/>
              <a:buFont typeface="Arial"/>
              <a:buChar char="▪"/>
            </a:pPr>
            <a:r>
              <a:rPr b="1" lang="en-GB" sz="1400"/>
              <a:t>Agritech &amp; Advisory Platforms: </a:t>
            </a:r>
            <a:r>
              <a:rPr lang="en-GB" sz="1400"/>
              <a:t>For powering data-driven recommendations and predictive farming apps.</a:t>
            </a:r>
            <a:endParaRPr sz="1400"/>
          </a:p>
          <a:p>
            <a:pPr indent="0" lvl="0" marL="457200" rtl="0" algn="l">
              <a:lnSpc>
                <a:spcPct val="115000"/>
              </a:lnSpc>
              <a:spcBef>
                <a:spcPts val="0"/>
              </a:spcBef>
              <a:spcAft>
                <a:spcPts val="0"/>
              </a:spcAft>
              <a:buNone/>
            </a:pPr>
            <a:r>
              <a:t/>
            </a:r>
            <a:endParaRPr sz="1400"/>
          </a:p>
          <a:p>
            <a:pPr indent="-298450" lvl="0" marL="457200" rtl="0" algn="l">
              <a:lnSpc>
                <a:spcPct val="115000"/>
              </a:lnSpc>
              <a:spcBef>
                <a:spcPts val="0"/>
              </a:spcBef>
              <a:spcAft>
                <a:spcPts val="0"/>
              </a:spcAft>
              <a:buClr>
                <a:schemeClr val="dk1"/>
              </a:buClr>
              <a:buSzPts val="1100"/>
              <a:buFont typeface="Arial"/>
              <a:buChar char="▪"/>
            </a:pPr>
            <a:r>
              <a:rPr b="1" lang="en-GB" sz="1400"/>
              <a:t>Agri-Lenders &amp; Crop Insurers: </a:t>
            </a:r>
            <a:r>
              <a:rPr lang="en-GB" sz="1400"/>
              <a:t>For evaluating seasonal yield risks and setting credit or insurance policies.</a:t>
            </a:r>
            <a:endParaRPr sz="1400"/>
          </a:p>
          <a:p>
            <a:pPr indent="-114300" lvl="0" marL="254000" rtl="0" algn="just">
              <a:lnSpc>
                <a:spcPct val="150000"/>
              </a:lnSpc>
              <a:spcBef>
                <a:spcPts val="0"/>
              </a:spcBef>
              <a:spcAft>
                <a:spcPts val="0"/>
              </a:spcAft>
              <a:buSzPts val="2200"/>
              <a:buNone/>
            </a:pPr>
            <a:r>
              <a:t/>
            </a:r>
            <a:endParaRPr sz="1400"/>
          </a:p>
        </p:txBody>
      </p:sp>
      <p:sp>
        <p:nvSpPr>
          <p:cNvPr id="264" name="Google Shape;264;p38"/>
          <p:cNvSpPr txBox="1"/>
          <p:nvPr>
            <p:ph type="title"/>
          </p:nvPr>
        </p:nvSpPr>
        <p:spPr>
          <a:xfrm>
            <a:off x="465006" y="657463"/>
            <a:ext cx="7534553" cy="601981"/>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Clr>
                <a:schemeClr val="dk1"/>
              </a:buClr>
              <a:buSzPts val="2400"/>
              <a:buFont typeface="Trebuchet MS"/>
              <a:buNone/>
            </a:pPr>
            <a:r>
              <a:rPr lang="en-GB" sz="3100" u="sng"/>
              <a:t>WHO ARE THE END USERS?</a:t>
            </a:r>
            <a:endParaRPr sz="2200" u="sng"/>
          </a:p>
        </p:txBody>
      </p:sp>
      <p:pic>
        <p:nvPicPr>
          <p:cNvPr id="265" name="Google Shape;265;p38"/>
          <p:cNvPicPr preferRelativeResize="0"/>
          <p:nvPr/>
        </p:nvPicPr>
        <p:blipFill rotWithShape="1">
          <a:blip r:embed="rId3">
            <a:alphaModFix/>
          </a:blip>
          <a:srcRect b="0" l="0" r="0" t="0"/>
          <a:stretch/>
        </p:blipFill>
        <p:spPr>
          <a:xfrm>
            <a:off x="541019" y="4632603"/>
            <a:ext cx="1635919" cy="3643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4"/>
                                        </p:tgtEl>
                                        <p:attrNameLst>
                                          <p:attrName>style.visibility</p:attrName>
                                        </p:attrNameLst>
                                      </p:cBhvr>
                                      <p:to>
                                        <p:strVal val="visible"/>
                                      </p:to>
                                    </p:set>
                                    <p:anim calcmode="lin" valueType="num">
                                      <p:cBhvr additive="base">
                                        <p:cTn dur="500"/>
                                        <p:tgtEl>
                                          <p:spTgt spid="264"/>
                                        </p:tgtEl>
                                        <p:attrNameLst>
                                          <p:attrName>ppt_w</p:attrName>
                                        </p:attrNameLst>
                                      </p:cBhvr>
                                      <p:tavLst>
                                        <p:tav fmla="" tm="0">
                                          <p:val>
                                            <p:strVal val="0"/>
                                          </p:val>
                                        </p:tav>
                                        <p:tav fmla="" tm="100000">
                                          <p:val>
                                            <p:strVal val="#ppt_w"/>
                                          </p:val>
                                        </p:tav>
                                      </p:tavLst>
                                    </p:anim>
                                    <p:anim calcmode="lin" valueType="num">
                                      <p:cBhvr additive="base">
                                        <p:cTn dur="500"/>
                                        <p:tgtEl>
                                          <p:spTgt spid="26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0" st="0"/>
                                            </p:txEl>
                                          </p:spTgt>
                                        </p:tgtEl>
                                        <p:attrNameLst>
                                          <p:attrName>style.visibility</p:attrName>
                                        </p:attrNameLst>
                                      </p:cBhvr>
                                      <p:to>
                                        <p:strVal val="visible"/>
                                      </p:to>
                                    </p:set>
                                    <p:animEffect filter="fade" transition="in">
                                      <p:cBhvr>
                                        <p:cTn dur="1000"/>
                                        <p:tgtEl>
                                          <p:spTgt spid="2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1" st="1"/>
                                            </p:txEl>
                                          </p:spTgt>
                                        </p:tgtEl>
                                        <p:attrNameLst>
                                          <p:attrName>style.visibility</p:attrName>
                                        </p:attrNameLst>
                                      </p:cBhvr>
                                      <p:to>
                                        <p:strVal val="visible"/>
                                      </p:to>
                                    </p:set>
                                    <p:animEffect filter="fade" transition="in">
                                      <p:cBhvr>
                                        <p:cTn dur="1000"/>
                                        <p:tgtEl>
                                          <p:spTgt spid="2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2" st="2"/>
                                            </p:txEl>
                                          </p:spTgt>
                                        </p:tgtEl>
                                        <p:attrNameLst>
                                          <p:attrName>style.visibility</p:attrName>
                                        </p:attrNameLst>
                                      </p:cBhvr>
                                      <p:to>
                                        <p:strVal val="visible"/>
                                      </p:to>
                                    </p:set>
                                    <p:animEffect filter="fade" transition="in">
                                      <p:cBhvr>
                                        <p:cTn dur="1000"/>
                                        <p:tgtEl>
                                          <p:spTgt spid="26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3" st="3"/>
                                            </p:txEl>
                                          </p:spTgt>
                                        </p:tgtEl>
                                        <p:attrNameLst>
                                          <p:attrName>style.visibility</p:attrName>
                                        </p:attrNameLst>
                                      </p:cBhvr>
                                      <p:to>
                                        <p:strVal val="visible"/>
                                      </p:to>
                                    </p:set>
                                    <p:animEffect filter="fade" transition="in">
                                      <p:cBhvr>
                                        <p:cTn dur="1000"/>
                                        <p:tgtEl>
                                          <p:spTgt spid="26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4" st="4"/>
                                            </p:txEl>
                                          </p:spTgt>
                                        </p:tgtEl>
                                        <p:attrNameLst>
                                          <p:attrName>style.visibility</p:attrName>
                                        </p:attrNameLst>
                                      </p:cBhvr>
                                      <p:to>
                                        <p:strVal val="visible"/>
                                      </p:to>
                                    </p:set>
                                    <p:animEffect filter="fade" transition="in">
                                      <p:cBhvr>
                                        <p:cTn dur="1000"/>
                                        <p:tgtEl>
                                          <p:spTgt spid="26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5" st="5"/>
                                            </p:txEl>
                                          </p:spTgt>
                                        </p:tgtEl>
                                        <p:attrNameLst>
                                          <p:attrName>style.visibility</p:attrName>
                                        </p:attrNameLst>
                                      </p:cBhvr>
                                      <p:to>
                                        <p:strVal val="visible"/>
                                      </p:to>
                                    </p:set>
                                    <p:animEffect filter="fade" transition="in">
                                      <p:cBhvr>
                                        <p:cTn dur="1000"/>
                                        <p:tgtEl>
                                          <p:spTgt spid="26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6" st="6"/>
                                            </p:txEl>
                                          </p:spTgt>
                                        </p:tgtEl>
                                        <p:attrNameLst>
                                          <p:attrName>style.visibility</p:attrName>
                                        </p:attrNameLst>
                                      </p:cBhvr>
                                      <p:to>
                                        <p:strVal val="visible"/>
                                      </p:to>
                                    </p:set>
                                    <p:animEffect filter="fade" transition="in">
                                      <p:cBhvr>
                                        <p:cTn dur="1000"/>
                                        <p:tgtEl>
                                          <p:spTgt spid="26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7" st="7"/>
                                            </p:txEl>
                                          </p:spTgt>
                                        </p:tgtEl>
                                        <p:attrNameLst>
                                          <p:attrName>style.visibility</p:attrName>
                                        </p:attrNameLst>
                                      </p:cBhvr>
                                      <p:to>
                                        <p:strVal val="visible"/>
                                      </p:to>
                                    </p:set>
                                    <p:animEffect filter="fade" transition="in">
                                      <p:cBhvr>
                                        <p:cTn dur="1000"/>
                                        <p:tgtEl>
                                          <p:spTgt spid="26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8" st="8"/>
                                            </p:txEl>
                                          </p:spTgt>
                                        </p:tgtEl>
                                        <p:attrNameLst>
                                          <p:attrName>style.visibility</p:attrName>
                                        </p:attrNameLst>
                                      </p:cBhvr>
                                      <p:to>
                                        <p:strVal val="visible"/>
                                      </p:to>
                                    </p:set>
                                    <p:animEffect filter="fade" transition="in">
                                      <p:cBhvr>
                                        <p:cTn dur="1000"/>
                                        <p:tgtEl>
                                          <p:spTgt spid="26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9" st="9"/>
                                            </p:txEl>
                                          </p:spTgt>
                                        </p:tgtEl>
                                        <p:attrNameLst>
                                          <p:attrName>style.visibility</p:attrName>
                                        </p:attrNameLst>
                                      </p:cBhvr>
                                      <p:to>
                                        <p:strVal val="visible"/>
                                      </p:to>
                                    </p:set>
                                    <p:animEffect filter="fade" transition="in">
                                      <p:cBhvr>
                                        <p:cTn dur="1000"/>
                                        <p:tgtEl>
                                          <p:spTgt spid="263">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70" name="Shape 270"/>
        <p:cNvGrpSpPr/>
        <p:nvPr/>
      </p:nvGrpSpPr>
      <p:grpSpPr>
        <a:xfrm>
          <a:off x="0" y="0"/>
          <a:ext cx="0" cy="0"/>
          <a:chOff x="0" y="0"/>
          <a:chExt cx="0" cy="0"/>
        </a:xfrm>
      </p:grpSpPr>
      <p:pic>
        <p:nvPicPr>
          <p:cNvPr id="271" name="Google Shape;271;p39"/>
          <p:cNvPicPr preferRelativeResize="0"/>
          <p:nvPr/>
        </p:nvPicPr>
        <p:blipFill rotWithShape="1">
          <a:blip r:embed="rId3">
            <a:alphaModFix/>
          </a:blip>
          <a:srcRect b="0" l="0" r="0" t="0"/>
          <a:stretch/>
        </p:blipFill>
        <p:spPr>
          <a:xfrm>
            <a:off x="350519" y="4807846"/>
            <a:ext cx="2779690" cy="222069"/>
          </a:xfrm>
          <a:prstGeom prst="rect">
            <a:avLst/>
          </a:prstGeom>
          <a:noFill/>
          <a:ln>
            <a:noFill/>
          </a:ln>
        </p:spPr>
      </p:pic>
      <p:pic>
        <p:nvPicPr>
          <p:cNvPr id="272" name="Google Shape;272;p39"/>
          <p:cNvPicPr preferRelativeResize="0"/>
          <p:nvPr/>
        </p:nvPicPr>
        <p:blipFill rotWithShape="1">
          <a:blip r:embed="rId4">
            <a:alphaModFix/>
          </a:blip>
          <a:srcRect b="0" l="0" r="0" t="0"/>
          <a:stretch/>
        </p:blipFill>
        <p:spPr>
          <a:xfrm>
            <a:off x="6320473" y="2885975"/>
            <a:ext cx="1383175" cy="2257525"/>
          </a:xfrm>
          <a:prstGeom prst="rect">
            <a:avLst/>
          </a:prstGeom>
          <a:noFill/>
          <a:ln>
            <a:noFill/>
          </a:ln>
        </p:spPr>
      </p:pic>
      <p:sp>
        <p:nvSpPr>
          <p:cNvPr id="273" name="Google Shape;273;p39"/>
          <p:cNvSpPr txBox="1"/>
          <p:nvPr>
            <p:ph idx="1" type="body"/>
          </p:nvPr>
        </p:nvSpPr>
        <p:spPr>
          <a:xfrm>
            <a:off x="495300" y="1097225"/>
            <a:ext cx="5730300" cy="2504100"/>
          </a:xfrm>
          <a:prstGeom prst="rect">
            <a:avLst/>
          </a:prstGeom>
          <a:noFill/>
          <a:ln>
            <a:noFill/>
          </a:ln>
        </p:spPr>
        <p:txBody>
          <a:bodyPr anchorCtr="0" anchor="t" bIns="34275" lIns="68575" spcFirstLastPara="1" rIns="68575" wrap="square" tIns="34275">
            <a:normAutofit/>
          </a:bodyPr>
          <a:lstStyle/>
          <a:p>
            <a:pPr indent="-317500" lvl="0" marL="457200" rtl="0" algn="l">
              <a:lnSpc>
                <a:spcPct val="115000"/>
              </a:lnSpc>
              <a:spcBef>
                <a:spcPts val="0"/>
              </a:spcBef>
              <a:spcAft>
                <a:spcPts val="0"/>
              </a:spcAft>
              <a:buSzPts val="1400"/>
              <a:buChar char="▪"/>
            </a:pPr>
            <a:r>
              <a:rPr b="1" lang="en-GB" sz="1400"/>
              <a:t>Language: </a:t>
            </a:r>
            <a:r>
              <a:rPr lang="en-GB" sz="1400"/>
              <a:t>Python</a:t>
            </a:r>
            <a:endParaRPr sz="1400"/>
          </a:p>
          <a:p>
            <a:pPr indent="0" lvl="0" marL="457200" rtl="0" algn="l">
              <a:lnSpc>
                <a:spcPct val="115000"/>
              </a:lnSpc>
              <a:spcBef>
                <a:spcPts val="0"/>
              </a:spcBef>
              <a:spcAft>
                <a:spcPts val="0"/>
              </a:spcAft>
              <a:buNone/>
            </a:pPr>
            <a:r>
              <a:t/>
            </a:r>
            <a:endParaRPr sz="1400"/>
          </a:p>
          <a:p>
            <a:pPr indent="-317500" lvl="0" marL="457200" rtl="0" algn="l">
              <a:lnSpc>
                <a:spcPct val="115000"/>
              </a:lnSpc>
              <a:spcBef>
                <a:spcPts val="0"/>
              </a:spcBef>
              <a:spcAft>
                <a:spcPts val="0"/>
              </a:spcAft>
              <a:buSzPts val="1400"/>
              <a:buChar char="▪"/>
            </a:pPr>
            <a:r>
              <a:rPr b="1" lang="en-GB" sz="1400"/>
              <a:t>Platform: </a:t>
            </a:r>
            <a:r>
              <a:rPr lang="en-GB" sz="1400"/>
              <a:t>Google Colab </a:t>
            </a:r>
            <a:endParaRPr sz="1400"/>
          </a:p>
          <a:p>
            <a:pPr indent="0" lvl="0" marL="457200" rtl="0" algn="l">
              <a:lnSpc>
                <a:spcPct val="115000"/>
              </a:lnSpc>
              <a:spcBef>
                <a:spcPts val="0"/>
              </a:spcBef>
              <a:spcAft>
                <a:spcPts val="0"/>
              </a:spcAft>
              <a:buNone/>
            </a:pPr>
            <a:r>
              <a:t/>
            </a:r>
            <a:endParaRPr sz="1400"/>
          </a:p>
          <a:p>
            <a:pPr indent="-317500" lvl="0" marL="457200" rtl="0" algn="l">
              <a:lnSpc>
                <a:spcPct val="115000"/>
              </a:lnSpc>
              <a:spcBef>
                <a:spcPts val="0"/>
              </a:spcBef>
              <a:spcAft>
                <a:spcPts val="0"/>
              </a:spcAft>
              <a:buSzPts val="1400"/>
              <a:buChar char="▪"/>
            </a:pPr>
            <a:r>
              <a:rPr b="1" lang="en-GB" sz="1400"/>
              <a:t>Data Processing: </a:t>
            </a:r>
            <a:r>
              <a:rPr lang="en-GB" sz="1400"/>
              <a:t>Pandas, NumPy</a:t>
            </a:r>
            <a:endParaRPr sz="1400"/>
          </a:p>
          <a:p>
            <a:pPr indent="0" lvl="0" marL="457200" rtl="0" algn="l">
              <a:lnSpc>
                <a:spcPct val="115000"/>
              </a:lnSpc>
              <a:spcBef>
                <a:spcPts val="0"/>
              </a:spcBef>
              <a:spcAft>
                <a:spcPts val="0"/>
              </a:spcAft>
              <a:buNone/>
            </a:pPr>
            <a:r>
              <a:t/>
            </a:r>
            <a:endParaRPr sz="1400"/>
          </a:p>
          <a:p>
            <a:pPr indent="-317500" lvl="0" marL="457200" rtl="0" algn="l">
              <a:lnSpc>
                <a:spcPct val="115000"/>
              </a:lnSpc>
              <a:spcBef>
                <a:spcPts val="0"/>
              </a:spcBef>
              <a:spcAft>
                <a:spcPts val="0"/>
              </a:spcAft>
              <a:buSzPts val="1400"/>
              <a:buChar char="▪"/>
            </a:pPr>
            <a:r>
              <a:rPr b="1" lang="en-GB" sz="1400"/>
              <a:t>Data Visualization: </a:t>
            </a:r>
            <a:r>
              <a:rPr lang="en-GB" sz="1400"/>
              <a:t>Seaborn, Matplotlib</a:t>
            </a:r>
            <a:endParaRPr sz="1400"/>
          </a:p>
          <a:p>
            <a:pPr indent="0" lvl="0" marL="457200" rtl="0" algn="l">
              <a:lnSpc>
                <a:spcPct val="115000"/>
              </a:lnSpc>
              <a:spcBef>
                <a:spcPts val="0"/>
              </a:spcBef>
              <a:spcAft>
                <a:spcPts val="0"/>
              </a:spcAft>
              <a:buNone/>
            </a:pPr>
            <a:r>
              <a:t/>
            </a:r>
            <a:endParaRPr sz="1400"/>
          </a:p>
          <a:p>
            <a:pPr indent="-317500" lvl="0" marL="457200" rtl="0" algn="l">
              <a:lnSpc>
                <a:spcPct val="115000"/>
              </a:lnSpc>
              <a:spcBef>
                <a:spcPts val="0"/>
              </a:spcBef>
              <a:spcAft>
                <a:spcPts val="0"/>
              </a:spcAft>
              <a:buSzPts val="1400"/>
              <a:buChar char="▪"/>
            </a:pPr>
            <a:r>
              <a:rPr b="1" lang="en-GB" sz="1400"/>
              <a:t>Version Control:</a:t>
            </a:r>
            <a:r>
              <a:rPr lang="en-GB" sz="1400"/>
              <a:t> Git &amp; GitHub</a:t>
            </a:r>
            <a:endParaRPr sz="1400"/>
          </a:p>
          <a:p>
            <a:pPr indent="0" lvl="1" marL="0" rtl="0" algn="l">
              <a:lnSpc>
                <a:spcPct val="150000"/>
              </a:lnSpc>
              <a:spcBef>
                <a:spcPts val="0"/>
              </a:spcBef>
              <a:spcAft>
                <a:spcPts val="0"/>
              </a:spcAft>
              <a:buSzPts val="1200"/>
              <a:buNone/>
            </a:pPr>
            <a:r>
              <a:t/>
            </a:r>
            <a:endParaRPr b="1" sz="1400"/>
          </a:p>
        </p:txBody>
      </p:sp>
      <p:sp>
        <p:nvSpPr>
          <p:cNvPr id="274" name="Google Shape;274;p39"/>
          <p:cNvSpPr txBox="1"/>
          <p:nvPr>
            <p:ph type="title"/>
          </p:nvPr>
        </p:nvSpPr>
        <p:spPr>
          <a:xfrm>
            <a:off x="495299" y="322925"/>
            <a:ext cx="3979718" cy="635863"/>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Clr>
                <a:schemeClr val="dk1"/>
              </a:buClr>
              <a:buSzPts val="3600"/>
              <a:buFont typeface="Trebuchet MS"/>
              <a:buNone/>
            </a:pPr>
            <a:r>
              <a:rPr lang="en-GB" sz="3300" u="sng"/>
              <a:t>TECHNOLOGY</a:t>
            </a:r>
            <a:r>
              <a:rPr lang="en-GB" sz="3300" u="sng"/>
              <a:t> USED</a:t>
            </a:r>
            <a:endParaRPr sz="3300" u="sng"/>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4"/>
                                        </p:tgtEl>
                                        <p:attrNameLst>
                                          <p:attrName>style.visibility</p:attrName>
                                        </p:attrNameLst>
                                      </p:cBhvr>
                                      <p:to>
                                        <p:strVal val="visible"/>
                                      </p:to>
                                    </p:set>
                                    <p:anim calcmode="lin" valueType="num">
                                      <p:cBhvr additive="base">
                                        <p:cTn dur="500"/>
                                        <p:tgtEl>
                                          <p:spTgt spid="274"/>
                                        </p:tgtEl>
                                        <p:attrNameLst>
                                          <p:attrName>ppt_w</p:attrName>
                                        </p:attrNameLst>
                                      </p:cBhvr>
                                      <p:tavLst>
                                        <p:tav fmla="" tm="0">
                                          <p:val>
                                            <p:strVal val="0"/>
                                          </p:val>
                                        </p:tav>
                                        <p:tav fmla="" tm="100000">
                                          <p:val>
                                            <p:strVal val="#ppt_w"/>
                                          </p:val>
                                        </p:tav>
                                      </p:tavLst>
                                    </p:anim>
                                    <p:anim calcmode="lin" valueType="num">
                                      <p:cBhvr additive="base">
                                        <p:cTn dur="500"/>
                                        <p:tgtEl>
                                          <p:spTgt spid="27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0" st="0"/>
                                            </p:txEl>
                                          </p:spTgt>
                                        </p:tgtEl>
                                        <p:attrNameLst>
                                          <p:attrName>style.visibility</p:attrName>
                                        </p:attrNameLst>
                                      </p:cBhvr>
                                      <p:to>
                                        <p:strVal val="visible"/>
                                      </p:to>
                                    </p:set>
                                    <p:animEffect filter="fade" transition="in">
                                      <p:cBhvr>
                                        <p:cTn dur="1000"/>
                                        <p:tgtEl>
                                          <p:spTgt spid="2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1" st="1"/>
                                            </p:txEl>
                                          </p:spTgt>
                                        </p:tgtEl>
                                        <p:attrNameLst>
                                          <p:attrName>style.visibility</p:attrName>
                                        </p:attrNameLst>
                                      </p:cBhvr>
                                      <p:to>
                                        <p:strVal val="visible"/>
                                      </p:to>
                                    </p:set>
                                    <p:animEffect filter="fade" transition="in">
                                      <p:cBhvr>
                                        <p:cTn dur="1000"/>
                                        <p:tgtEl>
                                          <p:spTgt spid="2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2" st="2"/>
                                            </p:txEl>
                                          </p:spTgt>
                                        </p:tgtEl>
                                        <p:attrNameLst>
                                          <p:attrName>style.visibility</p:attrName>
                                        </p:attrNameLst>
                                      </p:cBhvr>
                                      <p:to>
                                        <p:strVal val="visible"/>
                                      </p:to>
                                    </p:set>
                                    <p:animEffect filter="fade" transition="in">
                                      <p:cBhvr>
                                        <p:cTn dur="1000"/>
                                        <p:tgtEl>
                                          <p:spTgt spid="2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3" st="3"/>
                                            </p:txEl>
                                          </p:spTgt>
                                        </p:tgtEl>
                                        <p:attrNameLst>
                                          <p:attrName>style.visibility</p:attrName>
                                        </p:attrNameLst>
                                      </p:cBhvr>
                                      <p:to>
                                        <p:strVal val="visible"/>
                                      </p:to>
                                    </p:set>
                                    <p:animEffect filter="fade" transition="in">
                                      <p:cBhvr>
                                        <p:cTn dur="1000"/>
                                        <p:tgtEl>
                                          <p:spTgt spid="2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4" st="4"/>
                                            </p:txEl>
                                          </p:spTgt>
                                        </p:tgtEl>
                                        <p:attrNameLst>
                                          <p:attrName>style.visibility</p:attrName>
                                        </p:attrNameLst>
                                      </p:cBhvr>
                                      <p:to>
                                        <p:strVal val="visible"/>
                                      </p:to>
                                    </p:set>
                                    <p:animEffect filter="fade" transition="in">
                                      <p:cBhvr>
                                        <p:cTn dur="1000"/>
                                        <p:tgtEl>
                                          <p:spTgt spid="27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5" st="5"/>
                                            </p:txEl>
                                          </p:spTgt>
                                        </p:tgtEl>
                                        <p:attrNameLst>
                                          <p:attrName>style.visibility</p:attrName>
                                        </p:attrNameLst>
                                      </p:cBhvr>
                                      <p:to>
                                        <p:strVal val="visible"/>
                                      </p:to>
                                    </p:set>
                                    <p:animEffect filter="fade" transition="in">
                                      <p:cBhvr>
                                        <p:cTn dur="1000"/>
                                        <p:tgtEl>
                                          <p:spTgt spid="27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6" st="6"/>
                                            </p:txEl>
                                          </p:spTgt>
                                        </p:tgtEl>
                                        <p:attrNameLst>
                                          <p:attrName>style.visibility</p:attrName>
                                        </p:attrNameLst>
                                      </p:cBhvr>
                                      <p:to>
                                        <p:strVal val="visible"/>
                                      </p:to>
                                    </p:set>
                                    <p:animEffect filter="fade" transition="in">
                                      <p:cBhvr>
                                        <p:cTn dur="1000"/>
                                        <p:tgtEl>
                                          <p:spTgt spid="27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7" st="7"/>
                                            </p:txEl>
                                          </p:spTgt>
                                        </p:tgtEl>
                                        <p:attrNameLst>
                                          <p:attrName>style.visibility</p:attrName>
                                        </p:attrNameLst>
                                      </p:cBhvr>
                                      <p:to>
                                        <p:strVal val="visible"/>
                                      </p:to>
                                    </p:set>
                                    <p:animEffect filter="fade" transition="in">
                                      <p:cBhvr>
                                        <p:cTn dur="1000"/>
                                        <p:tgtEl>
                                          <p:spTgt spid="27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8" st="8"/>
                                            </p:txEl>
                                          </p:spTgt>
                                        </p:tgtEl>
                                        <p:attrNameLst>
                                          <p:attrName>style.visibility</p:attrName>
                                        </p:attrNameLst>
                                      </p:cBhvr>
                                      <p:to>
                                        <p:strVal val="visible"/>
                                      </p:to>
                                    </p:set>
                                    <p:animEffect filter="fade" transition="in">
                                      <p:cBhvr>
                                        <p:cTn dur="1000"/>
                                        <p:tgtEl>
                                          <p:spTgt spid="27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9" st="9"/>
                                            </p:txEl>
                                          </p:spTgt>
                                        </p:tgtEl>
                                        <p:attrNameLst>
                                          <p:attrName>style.visibility</p:attrName>
                                        </p:attrNameLst>
                                      </p:cBhvr>
                                      <p:to>
                                        <p:strVal val="visible"/>
                                      </p:to>
                                    </p:set>
                                    <p:animEffect filter="fade" transition="in">
                                      <p:cBhvr>
                                        <p:cTn dur="1000"/>
                                        <p:tgtEl>
                                          <p:spTgt spid="273">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id="279" name="Google Shape;279;p40"/>
          <p:cNvPicPr preferRelativeResize="0"/>
          <p:nvPr/>
        </p:nvPicPr>
        <p:blipFill rotWithShape="1">
          <a:blip r:embed="rId3">
            <a:alphaModFix/>
          </a:blip>
          <a:srcRect b="0" l="0" r="0" t="96181"/>
          <a:stretch/>
        </p:blipFill>
        <p:spPr>
          <a:xfrm>
            <a:off x="506968" y="4853940"/>
            <a:ext cx="1607344" cy="144780"/>
          </a:xfrm>
          <a:prstGeom prst="rect">
            <a:avLst/>
          </a:prstGeom>
          <a:noFill/>
          <a:ln>
            <a:noFill/>
          </a:ln>
        </p:spPr>
      </p:pic>
      <p:sp>
        <p:nvSpPr>
          <p:cNvPr id="280" name="Google Shape;280;p40"/>
          <p:cNvSpPr txBox="1"/>
          <p:nvPr>
            <p:ph type="title"/>
          </p:nvPr>
        </p:nvSpPr>
        <p:spPr>
          <a:xfrm>
            <a:off x="506968" y="277942"/>
            <a:ext cx="2236232" cy="623248"/>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Clr>
                <a:schemeClr val="dk1"/>
              </a:buClr>
              <a:buSzPts val="3600"/>
              <a:buFont typeface="Trebuchet MS"/>
              <a:buNone/>
            </a:pPr>
            <a:r>
              <a:rPr lang="en-GB" sz="3200" u="sng"/>
              <a:t>RESULTS</a:t>
            </a:r>
            <a:r>
              <a:rPr lang="en-GB"/>
              <a:t> </a:t>
            </a:r>
            <a:endParaRPr/>
          </a:p>
        </p:txBody>
      </p:sp>
      <p:sp>
        <p:nvSpPr>
          <p:cNvPr id="281" name="Google Shape;281;p40"/>
          <p:cNvSpPr txBox="1"/>
          <p:nvPr/>
        </p:nvSpPr>
        <p:spPr>
          <a:xfrm>
            <a:off x="240725" y="956525"/>
            <a:ext cx="3340800" cy="348900"/>
          </a:xfrm>
          <a:prstGeom prst="rect">
            <a:avLst/>
          </a:prstGeom>
          <a:noFill/>
          <a:ln>
            <a:noFill/>
          </a:ln>
        </p:spPr>
        <p:txBody>
          <a:bodyPr anchorCtr="0" anchor="t" bIns="34275" lIns="68575" spcFirstLastPara="1" rIns="68575" wrap="square" tIns="34275">
            <a:normAutofit/>
          </a:bodyPr>
          <a:lstStyle/>
          <a:p>
            <a:pPr indent="-317500" lvl="0" marL="457200" marR="0" rtl="0" algn="ctr">
              <a:spcBef>
                <a:spcPts val="0"/>
              </a:spcBef>
              <a:spcAft>
                <a:spcPts val="0"/>
              </a:spcAft>
              <a:buSzPts val="1400"/>
              <a:buChar char="❖"/>
            </a:pPr>
            <a:r>
              <a:rPr b="1" lang="en-GB" sz="1200" u="sng">
                <a:solidFill>
                  <a:srgbClr val="3F3F3F"/>
                </a:solidFill>
                <a:latin typeface="Trebuchet MS"/>
                <a:ea typeface="Trebuchet MS"/>
                <a:cs typeface="Trebuchet MS"/>
                <a:sym typeface="Trebuchet MS"/>
              </a:rPr>
              <a:t>Seasonal Performance Aggregations </a:t>
            </a:r>
            <a:endParaRPr b="1" sz="1200" u="sng">
              <a:solidFill>
                <a:srgbClr val="3F3F3F"/>
              </a:solidFill>
              <a:latin typeface="Trebuchet MS"/>
              <a:ea typeface="Trebuchet MS"/>
              <a:cs typeface="Trebuchet MS"/>
              <a:sym typeface="Trebuchet MS"/>
            </a:endParaRPr>
          </a:p>
        </p:txBody>
      </p:sp>
      <p:pic>
        <p:nvPicPr>
          <p:cNvPr id="282" name="Google Shape;282;p40" title="Screenshot 2026-09-05 120445.png"/>
          <p:cNvPicPr preferRelativeResize="0"/>
          <p:nvPr/>
        </p:nvPicPr>
        <p:blipFill>
          <a:blip r:embed="rId4">
            <a:alphaModFix/>
          </a:blip>
          <a:stretch>
            <a:fillRect/>
          </a:stretch>
        </p:blipFill>
        <p:spPr>
          <a:xfrm>
            <a:off x="125275" y="1240875"/>
            <a:ext cx="7207601" cy="980200"/>
          </a:xfrm>
          <a:prstGeom prst="rect">
            <a:avLst/>
          </a:prstGeom>
          <a:noFill/>
          <a:ln>
            <a:noFill/>
          </a:ln>
        </p:spPr>
      </p:pic>
      <p:sp>
        <p:nvSpPr>
          <p:cNvPr id="283" name="Google Shape;283;p40"/>
          <p:cNvSpPr txBox="1"/>
          <p:nvPr/>
        </p:nvSpPr>
        <p:spPr>
          <a:xfrm>
            <a:off x="300125" y="2381025"/>
            <a:ext cx="5152500" cy="3888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rgbClr val="3F3F3F"/>
              </a:buClr>
              <a:buSzPts val="1200"/>
              <a:buFont typeface="Trebuchet MS"/>
              <a:buChar char="❖"/>
            </a:pPr>
            <a:r>
              <a:rPr b="1" lang="en-GB" sz="1200" u="sng">
                <a:solidFill>
                  <a:srgbClr val="3F3F3F"/>
                </a:solidFill>
                <a:latin typeface="Trebuchet MS"/>
                <a:ea typeface="Trebuchet MS"/>
                <a:cs typeface="Trebuchet MS"/>
                <a:sym typeface="Trebuchet MS"/>
              </a:rPr>
              <a:t>Seasonal</a:t>
            </a:r>
            <a:r>
              <a:rPr b="1" lang="en-GB" sz="1200" u="sng">
                <a:solidFill>
                  <a:srgbClr val="3F3F3F"/>
                </a:solidFill>
                <a:latin typeface="Trebuchet MS"/>
                <a:ea typeface="Trebuchet MS"/>
                <a:cs typeface="Trebuchet MS"/>
                <a:sym typeface="Trebuchet MS"/>
              </a:rPr>
              <a:t> Comparison: Crop Yield Spread vs. Net Profitability </a:t>
            </a:r>
            <a:endParaRPr b="1" sz="1200" u="sng">
              <a:solidFill>
                <a:srgbClr val="3F3F3F"/>
              </a:solidFill>
              <a:latin typeface="Trebuchet MS"/>
              <a:ea typeface="Trebuchet MS"/>
              <a:cs typeface="Trebuchet MS"/>
              <a:sym typeface="Trebuchet MS"/>
            </a:endParaRPr>
          </a:p>
        </p:txBody>
      </p:sp>
      <p:pic>
        <p:nvPicPr>
          <p:cNvPr id="284" name="Google Shape;284;p40" title="Screenshot 2026-09-05 120858.png"/>
          <p:cNvPicPr preferRelativeResize="0"/>
          <p:nvPr/>
        </p:nvPicPr>
        <p:blipFill>
          <a:blip r:embed="rId5">
            <a:alphaModFix/>
          </a:blip>
          <a:stretch>
            <a:fillRect/>
          </a:stretch>
        </p:blipFill>
        <p:spPr>
          <a:xfrm>
            <a:off x="377436" y="2849925"/>
            <a:ext cx="6289378" cy="2068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0"/>
                                        </p:tgtEl>
                                        <p:attrNameLst>
                                          <p:attrName>style.visibility</p:attrName>
                                        </p:attrNameLst>
                                      </p:cBhvr>
                                      <p:to>
                                        <p:strVal val="visible"/>
                                      </p:to>
                                    </p:set>
                                    <p:anim calcmode="lin" valueType="num">
                                      <p:cBhvr additive="base">
                                        <p:cTn dur="500"/>
                                        <p:tgtEl>
                                          <p:spTgt spid="280"/>
                                        </p:tgtEl>
                                        <p:attrNameLst>
                                          <p:attrName>ppt_w</p:attrName>
                                        </p:attrNameLst>
                                      </p:cBhvr>
                                      <p:tavLst>
                                        <p:tav fmla="" tm="0">
                                          <p:val>
                                            <p:strVal val="0"/>
                                          </p:val>
                                        </p:tav>
                                        <p:tav fmla="" tm="100000">
                                          <p:val>
                                            <p:strVal val="#ppt_w"/>
                                          </p:val>
                                        </p:tav>
                                      </p:tavLst>
                                    </p:anim>
                                    <p:anim calcmode="lin" valueType="num">
                                      <p:cBhvr additive="base">
                                        <p:cTn dur="500"/>
                                        <p:tgtEl>
                                          <p:spTgt spid="28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1000"/>
                                        <p:tgtEl>
                                          <p:spTgt spid="2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id="289" name="Google Shape;289;p41"/>
          <p:cNvPicPr preferRelativeResize="0"/>
          <p:nvPr/>
        </p:nvPicPr>
        <p:blipFill rotWithShape="1">
          <a:blip r:embed="rId3">
            <a:alphaModFix/>
          </a:blip>
          <a:srcRect b="0" l="0" r="0" t="96181"/>
          <a:stretch/>
        </p:blipFill>
        <p:spPr>
          <a:xfrm>
            <a:off x="506968" y="4853940"/>
            <a:ext cx="1607344" cy="144780"/>
          </a:xfrm>
          <a:prstGeom prst="rect">
            <a:avLst/>
          </a:prstGeom>
          <a:noFill/>
          <a:ln>
            <a:noFill/>
          </a:ln>
        </p:spPr>
      </p:pic>
      <p:sp>
        <p:nvSpPr>
          <p:cNvPr id="290" name="Google Shape;290;p41"/>
          <p:cNvSpPr txBox="1"/>
          <p:nvPr>
            <p:ph type="title"/>
          </p:nvPr>
        </p:nvSpPr>
        <p:spPr>
          <a:xfrm>
            <a:off x="506968" y="169467"/>
            <a:ext cx="2236200" cy="623100"/>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Clr>
                <a:schemeClr val="dk1"/>
              </a:buClr>
              <a:buSzPts val="3600"/>
              <a:buFont typeface="Trebuchet MS"/>
              <a:buNone/>
            </a:pPr>
            <a:r>
              <a:rPr lang="en-GB" sz="3200" u="sng"/>
              <a:t>RESULTS </a:t>
            </a:r>
            <a:endParaRPr sz="3200" u="sng"/>
          </a:p>
        </p:txBody>
      </p:sp>
      <p:sp>
        <p:nvSpPr>
          <p:cNvPr id="291" name="Google Shape;291;p41"/>
          <p:cNvSpPr txBox="1"/>
          <p:nvPr/>
        </p:nvSpPr>
        <p:spPr>
          <a:xfrm>
            <a:off x="240737"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292" name="Google Shape;292;p41"/>
          <p:cNvSpPr txBox="1"/>
          <p:nvPr/>
        </p:nvSpPr>
        <p:spPr>
          <a:xfrm>
            <a:off x="3259271"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293" name="Google Shape;293;p41"/>
          <p:cNvSpPr txBox="1"/>
          <p:nvPr>
            <p:ph idx="1" type="body"/>
          </p:nvPr>
        </p:nvSpPr>
        <p:spPr>
          <a:xfrm>
            <a:off x="288975" y="792575"/>
            <a:ext cx="5001000" cy="358200"/>
          </a:xfrm>
          <a:prstGeom prst="rect">
            <a:avLst/>
          </a:prstGeom>
          <a:noFill/>
          <a:ln>
            <a:noFill/>
          </a:ln>
        </p:spPr>
        <p:txBody>
          <a:bodyPr anchorCtr="0" anchor="t" bIns="34275" lIns="68575" spcFirstLastPara="1" rIns="68575" wrap="square" tIns="34275">
            <a:normAutofit/>
          </a:bodyPr>
          <a:lstStyle/>
          <a:p>
            <a:pPr indent="-304800" lvl="0" marL="457200" rtl="0" algn="l">
              <a:spcBef>
                <a:spcPts val="0"/>
              </a:spcBef>
              <a:spcAft>
                <a:spcPts val="0"/>
              </a:spcAft>
              <a:buSzPts val="1200"/>
              <a:buChar char="❖"/>
            </a:pPr>
            <a:r>
              <a:rPr b="1" lang="en-GB" sz="1200" u="sng"/>
              <a:t>Crop-Wise Productivity Comparison Across Farming Seasons </a:t>
            </a:r>
            <a:endParaRPr b="1" sz="1200" u="sng"/>
          </a:p>
        </p:txBody>
      </p:sp>
      <p:pic>
        <p:nvPicPr>
          <p:cNvPr id="294" name="Google Shape;294;p41" title="Screenshot 2026-09-05 121126.png"/>
          <p:cNvPicPr preferRelativeResize="0"/>
          <p:nvPr/>
        </p:nvPicPr>
        <p:blipFill>
          <a:blip r:embed="rId4">
            <a:alphaModFix/>
          </a:blip>
          <a:stretch>
            <a:fillRect/>
          </a:stretch>
        </p:blipFill>
        <p:spPr>
          <a:xfrm>
            <a:off x="567275" y="1239363"/>
            <a:ext cx="6268426" cy="352599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0"/>
                                        </p:tgtEl>
                                        <p:attrNameLst>
                                          <p:attrName>style.visibility</p:attrName>
                                        </p:attrNameLst>
                                      </p:cBhvr>
                                      <p:to>
                                        <p:strVal val="visible"/>
                                      </p:to>
                                    </p:set>
                                    <p:anim calcmode="lin" valueType="num">
                                      <p:cBhvr additive="base">
                                        <p:cTn dur="500"/>
                                        <p:tgtEl>
                                          <p:spTgt spid="290"/>
                                        </p:tgtEl>
                                        <p:attrNameLst>
                                          <p:attrName>ppt_w</p:attrName>
                                        </p:attrNameLst>
                                      </p:cBhvr>
                                      <p:tavLst>
                                        <p:tav fmla="" tm="0">
                                          <p:val>
                                            <p:strVal val="0"/>
                                          </p:val>
                                        </p:tav>
                                        <p:tav fmla="" tm="100000">
                                          <p:val>
                                            <p:strVal val="#ppt_w"/>
                                          </p:val>
                                        </p:tav>
                                      </p:tavLst>
                                    </p:anim>
                                    <p:anim calcmode="lin" valueType="num">
                                      <p:cBhvr additive="base">
                                        <p:cTn dur="500"/>
                                        <p:tgtEl>
                                          <p:spTgt spid="29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1000"/>
                                        <p:tgtEl>
                                          <p:spTgt spid="2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1000"/>
                                        <p:tgtEl>
                                          <p:spTgt spid="2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xEl>
                                              <p:pRg end="0" st="0"/>
                                            </p:txEl>
                                          </p:spTgt>
                                        </p:tgtEl>
                                        <p:attrNameLst>
                                          <p:attrName>style.visibility</p:attrName>
                                        </p:attrNameLst>
                                      </p:cBhvr>
                                      <p:to>
                                        <p:strVal val="visible"/>
                                      </p:to>
                                    </p:set>
                                    <p:animEffect filter="fade" transition="in">
                                      <p:cBhvr>
                                        <p:cTn dur="1000"/>
                                        <p:tgtEl>
                                          <p:spTgt spid="29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id="299" name="Google Shape;299;p42"/>
          <p:cNvPicPr preferRelativeResize="0"/>
          <p:nvPr/>
        </p:nvPicPr>
        <p:blipFill rotWithShape="1">
          <a:blip r:embed="rId3">
            <a:alphaModFix/>
          </a:blip>
          <a:srcRect b="0" l="0" r="0" t="96181"/>
          <a:stretch/>
        </p:blipFill>
        <p:spPr>
          <a:xfrm>
            <a:off x="506968" y="4853940"/>
            <a:ext cx="1607344" cy="144780"/>
          </a:xfrm>
          <a:prstGeom prst="rect">
            <a:avLst/>
          </a:prstGeom>
          <a:noFill/>
          <a:ln>
            <a:noFill/>
          </a:ln>
        </p:spPr>
      </p:pic>
      <p:sp>
        <p:nvSpPr>
          <p:cNvPr id="300" name="Google Shape;300;p42"/>
          <p:cNvSpPr txBox="1"/>
          <p:nvPr>
            <p:ph type="title"/>
          </p:nvPr>
        </p:nvSpPr>
        <p:spPr>
          <a:xfrm>
            <a:off x="506968" y="178492"/>
            <a:ext cx="2236200" cy="623100"/>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Clr>
                <a:schemeClr val="dk1"/>
              </a:buClr>
              <a:buSzPts val="3600"/>
              <a:buFont typeface="Trebuchet MS"/>
              <a:buNone/>
            </a:pPr>
            <a:r>
              <a:rPr lang="en-GB" sz="3200" u="sng"/>
              <a:t>RESULTS </a:t>
            </a:r>
            <a:endParaRPr sz="3200" u="sng"/>
          </a:p>
        </p:txBody>
      </p:sp>
      <p:sp>
        <p:nvSpPr>
          <p:cNvPr id="301" name="Google Shape;301;p42"/>
          <p:cNvSpPr txBox="1"/>
          <p:nvPr/>
        </p:nvSpPr>
        <p:spPr>
          <a:xfrm>
            <a:off x="240737"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302" name="Google Shape;302;p42"/>
          <p:cNvSpPr txBox="1"/>
          <p:nvPr/>
        </p:nvSpPr>
        <p:spPr>
          <a:xfrm>
            <a:off x="3259271"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303" name="Google Shape;303;p42"/>
          <p:cNvSpPr txBox="1"/>
          <p:nvPr>
            <p:ph idx="1" type="body"/>
          </p:nvPr>
        </p:nvSpPr>
        <p:spPr>
          <a:xfrm>
            <a:off x="623452" y="956525"/>
            <a:ext cx="5805600" cy="358200"/>
          </a:xfrm>
          <a:prstGeom prst="rect">
            <a:avLst/>
          </a:prstGeom>
          <a:noFill/>
          <a:ln>
            <a:noFill/>
          </a:ln>
        </p:spPr>
        <p:txBody>
          <a:bodyPr anchorCtr="0" anchor="t" bIns="34275" lIns="68575" spcFirstLastPara="1" rIns="68575" wrap="square" tIns="34275">
            <a:normAutofit/>
          </a:bodyPr>
          <a:lstStyle/>
          <a:p>
            <a:pPr indent="-304800" lvl="0" marL="457200" rtl="0" algn="l">
              <a:spcBef>
                <a:spcPts val="0"/>
              </a:spcBef>
              <a:spcAft>
                <a:spcPts val="0"/>
              </a:spcAft>
              <a:buSzPts val="1200"/>
              <a:buChar char="❖"/>
            </a:pPr>
            <a:r>
              <a:rPr lang="en-GB" sz="1200" u="sng"/>
              <a:t>I</a:t>
            </a:r>
            <a:r>
              <a:rPr b="1" lang="en-GB" sz="1200" u="sng"/>
              <a:t>mpact of Environmental Factors on Crop Yield &amp; Pest Vulnerability </a:t>
            </a:r>
            <a:endParaRPr b="1" sz="1200" u="sng"/>
          </a:p>
        </p:txBody>
      </p:sp>
      <p:pic>
        <p:nvPicPr>
          <p:cNvPr id="304" name="Google Shape;304;p42" title="Screenshot 2026-09-05 121928.png"/>
          <p:cNvPicPr preferRelativeResize="0"/>
          <p:nvPr/>
        </p:nvPicPr>
        <p:blipFill>
          <a:blip r:embed="rId4">
            <a:alphaModFix/>
          </a:blip>
          <a:stretch>
            <a:fillRect/>
          </a:stretch>
        </p:blipFill>
        <p:spPr>
          <a:xfrm>
            <a:off x="1228188" y="1307900"/>
            <a:ext cx="4596124" cy="3690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00"/>
                                        </p:tgtEl>
                                        <p:attrNameLst>
                                          <p:attrName>style.visibility</p:attrName>
                                        </p:attrNameLst>
                                      </p:cBhvr>
                                      <p:to>
                                        <p:strVal val="visible"/>
                                      </p:to>
                                    </p:set>
                                    <p:anim calcmode="lin" valueType="num">
                                      <p:cBhvr additive="base">
                                        <p:cTn dur="500"/>
                                        <p:tgtEl>
                                          <p:spTgt spid="300"/>
                                        </p:tgtEl>
                                        <p:attrNameLst>
                                          <p:attrName>ppt_w</p:attrName>
                                        </p:attrNameLst>
                                      </p:cBhvr>
                                      <p:tavLst>
                                        <p:tav fmla="" tm="0">
                                          <p:val>
                                            <p:strVal val="0"/>
                                          </p:val>
                                        </p:tav>
                                        <p:tav fmla="" tm="100000">
                                          <p:val>
                                            <p:strVal val="#ppt_w"/>
                                          </p:val>
                                        </p:tav>
                                      </p:tavLst>
                                    </p:anim>
                                    <p:anim calcmode="lin" valueType="num">
                                      <p:cBhvr additive="base">
                                        <p:cTn dur="500"/>
                                        <p:tgtEl>
                                          <p:spTgt spid="30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1000"/>
                                        <p:tgtEl>
                                          <p:spTgt spid="3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1000"/>
                                        <p:tgtEl>
                                          <p:spTgt spid="3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0" st="0"/>
                                            </p:txEl>
                                          </p:spTgt>
                                        </p:tgtEl>
                                        <p:attrNameLst>
                                          <p:attrName>style.visibility</p:attrName>
                                        </p:attrNameLst>
                                      </p:cBhvr>
                                      <p:to>
                                        <p:strVal val="visible"/>
                                      </p:to>
                                    </p:set>
                                    <p:animEffect filter="fade" transition="in">
                                      <p:cBhvr>
                                        <p:cTn dur="1000"/>
                                        <p:tgtEl>
                                          <p:spTgt spid="30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pic>
        <p:nvPicPr>
          <p:cNvPr id="309" name="Google Shape;309;p43"/>
          <p:cNvPicPr preferRelativeResize="0"/>
          <p:nvPr/>
        </p:nvPicPr>
        <p:blipFill rotWithShape="1">
          <a:blip r:embed="rId3">
            <a:alphaModFix/>
          </a:blip>
          <a:srcRect b="0" l="0" r="0" t="96181"/>
          <a:stretch/>
        </p:blipFill>
        <p:spPr>
          <a:xfrm>
            <a:off x="506968" y="4853940"/>
            <a:ext cx="1607344" cy="144780"/>
          </a:xfrm>
          <a:prstGeom prst="rect">
            <a:avLst/>
          </a:prstGeom>
          <a:noFill/>
          <a:ln>
            <a:noFill/>
          </a:ln>
        </p:spPr>
      </p:pic>
      <p:sp>
        <p:nvSpPr>
          <p:cNvPr id="310" name="Google Shape;310;p43"/>
          <p:cNvSpPr txBox="1"/>
          <p:nvPr>
            <p:ph type="title"/>
          </p:nvPr>
        </p:nvSpPr>
        <p:spPr>
          <a:xfrm>
            <a:off x="376443" y="142342"/>
            <a:ext cx="2236200" cy="623100"/>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Clr>
                <a:schemeClr val="dk1"/>
              </a:buClr>
              <a:buSzPts val="3600"/>
              <a:buFont typeface="Trebuchet MS"/>
              <a:buNone/>
            </a:pPr>
            <a:r>
              <a:rPr lang="en-GB" sz="3200" u="sng"/>
              <a:t>RESULTS </a:t>
            </a:r>
            <a:endParaRPr sz="3200" u="sng"/>
          </a:p>
        </p:txBody>
      </p:sp>
      <p:sp>
        <p:nvSpPr>
          <p:cNvPr id="311" name="Google Shape;311;p43"/>
          <p:cNvSpPr txBox="1"/>
          <p:nvPr/>
        </p:nvSpPr>
        <p:spPr>
          <a:xfrm>
            <a:off x="240737"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312" name="Google Shape;312;p43"/>
          <p:cNvSpPr txBox="1"/>
          <p:nvPr>
            <p:ph idx="1" type="body"/>
          </p:nvPr>
        </p:nvSpPr>
        <p:spPr>
          <a:xfrm>
            <a:off x="376451" y="802575"/>
            <a:ext cx="5380500" cy="358200"/>
          </a:xfrm>
          <a:prstGeom prst="rect">
            <a:avLst/>
          </a:prstGeom>
          <a:noFill/>
          <a:ln>
            <a:noFill/>
          </a:ln>
        </p:spPr>
        <p:txBody>
          <a:bodyPr anchorCtr="0" anchor="t" bIns="34275" lIns="68575" spcFirstLastPara="1" rIns="68575" wrap="square" tIns="34275">
            <a:normAutofit/>
          </a:bodyPr>
          <a:lstStyle/>
          <a:p>
            <a:pPr indent="-304800" lvl="0" marL="457200" rtl="0" algn="l">
              <a:spcBef>
                <a:spcPts val="0"/>
              </a:spcBef>
              <a:spcAft>
                <a:spcPts val="0"/>
              </a:spcAft>
              <a:buSzPts val="1200"/>
              <a:buChar char="❖"/>
            </a:pPr>
            <a:r>
              <a:rPr b="1" lang="en-GB" sz="1200" u="sng"/>
              <a:t>Irrigation Method Impact: Water Usage &amp; Efficiency Across Seasons </a:t>
            </a:r>
            <a:endParaRPr b="1" sz="1200" u="sng"/>
          </a:p>
        </p:txBody>
      </p:sp>
      <p:pic>
        <p:nvPicPr>
          <p:cNvPr id="313" name="Google Shape;313;p43" title="Screenshot 2026-09-05 122916.png"/>
          <p:cNvPicPr preferRelativeResize="0"/>
          <p:nvPr/>
        </p:nvPicPr>
        <p:blipFill>
          <a:blip r:embed="rId4">
            <a:alphaModFix/>
          </a:blip>
          <a:stretch>
            <a:fillRect/>
          </a:stretch>
        </p:blipFill>
        <p:spPr>
          <a:xfrm>
            <a:off x="240727" y="1320800"/>
            <a:ext cx="3783675" cy="2579549"/>
          </a:xfrm>
          <a:prstGeom prst="rect">
            <a:avLst/>
          </a:prstGeom>
          <a:noFill/>
          <a:ln>
            <a:noFill/>
          </a:ln>
        </p:spPr>
      </p:pic>
      <p:pic>
        <p:nvPicPr>
          <p:cNvPr id="314" name="Google Shape;314;p43" title="Screenshot 2026-09-05 122930.png"/>
          <p:cNvPicPr preferRelativeResize="0"/>
          <p:nvPr/>
        </p:nvPicPr>
        <p:blipFill>
          <a:blip r:embed="rId5">
            <a:alphaModFix/>
          </a:blip>
          <a:stretch>
            <a:fillRect/>
          </a:stretch>
        </p:blipFill>
        <p:spPr>
          <a:xfrm>
            <a:off x="4167775" y="1511725"/>
            <a:ext cx="4909724" cy="216185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10"/>
                                        </p:tgtEl>
                                        <p:attrNameLst>
                                          <p:attrName>style.visibility</p:attrName>
                                        </p:attrNameLst>
                                      </p:cBhvr>
                                      <p:to>
                                        <p:strVal val="visible"/>
                                      </p:to>
                                    </p:set>
                                    <p:anim calcmode="lin" valueType="num">
                                      <p:cBhvr additive="base">
                                        <p:cTn dur="500"/>
                                        <p:tgtEl>
                                          <p:spTgt spid="310"/>
                                        </p:tgtEl>
                                        <p:attrNameLst>
                                          <p:attrName>ppt_w</p:attrName>
                                        </p:attrNameLst>
                                      </p:cBhvr>
                                      <p:tavLst>
                                        <p:tav fmla="" tm="0">
                                          <p:val>
                                            <p:strVal val="0"/>
                                          </p:val>
                                        </p:tav>
                                        <p:tav fmla="" tm="100000">
                                          <p:val>
                                            <p:strVal val="#ppt_w"/>
                                          </p:val>
                                        </p:tav>
                                      </p:tavLst>
                                    </p:anim>
                                    <p:anim calcmode="lin" valueType="num">
                                      <p:cBhvr additive="base">
                                        <p:cTn dur="500"/>
                                        <p:tgtEl>
                                          <p:spTgt spid="31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1000"/>
                                        <p:tgtEl>
                                          <p:spTgt spid="3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0" st="0"/>
                                            </p:txEl>
                                          </p:spTgt>
                                        </p:tgtEl>
                                        <p:attrNameLst>
                                          <p:attrName>style.visibility</p:attrName>
                                        </p:attrNameLst>
                                      </p:cBhvr>
                                      <p:to>
                                        <p:strVal val="visible"/>
                                      </p:to>
                                    </p:set>
                                    <p:animEffect filter="fade" transition="in">
                                      <p:cBhvr>
                                        <p:cTn dur="1000"/>
                                        <p:tgtEl>
                                          <p:spTgt spid="31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pic>
        <p:nvPicPr>
          <p:cNvPr id="319" name="Google Shape;319;p44"/>
          <p:cNvPicPr preferRelativeResize="0"/>
          <p:nvPr/>
        </p:nvPicPr>
        <p:blipFill rotWithShape="1">
          <a:blip r:embed="rId3">
            <a:alphaModFix/>
          </a:blip>
          <a:srcRect b="0" l="0" r="0" t="96181"/>
          <a:stretch/>
        </p:blipFill>
        <p:spPr>
          <a:xfrm>
            <a:off x="506968" y="4853940"/>
            <a:ext cx="1607344" cy="144780"/>
          </a:xfrm>
          <a:prstGeom prst="rect">
            <a:avLst/>
          </a:prstGeom>
          <a:noFill/>
          <a:ln>
            <a:noFill/>
          </a:ln>
        </p:spPr>
      </p:pic>
      <p:sp>
        <p:nvSpPr>
          <p:cNvPr id="320" name="Google Shape;320;p44"/>
          <p:cNvSpPr txBox="1"/>
          <p:nvPr>
            <p:ph type="title"/>
          </p:nvPr>
        </p:nvSpPr>
        <p:spPr>
          <a:xfrm>
            <a:off x="452743" y="142367"/>
            <a:ext cx="2236200" cy="623100"/>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Clr>
                <a:schemeClr val="dk1"/>
              </a:buClr>
              <a:buSzPts val="3600"/>
              <a:buFont typeface="Trebuchet MS"/>
              <a:buNone/>
            </a:pPr>
            <a:r>
              <a:rPr lang="en-GB" sz="3200" u="sng"/>
              <a:t>RESULTS </a:t>
            </a:r>
            <a:endParaRPr sz="3200" u="sng"/>
          </a:p>
        </p:txBody>
      </p:sp>
      <p:sp>
        <p:nvSpPr>
          <p:cNvPr id="321" name="Google Shape;321;p44"/>
          <p:cNvSpPr txBox="1"/>
          <p:nvPr/>
        </p:nvSpPr>
        <p:spPr>
          <a:xfrm>
            <a:off x="240737"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322" name="Google Shape;322;p44"/>
          <p:cNvSpPr txBox="1"/>
          <p:nvPr/>
        </p:nvSpPr>
        <p:spPr>
          <a:xfrm>
            <a:off x="3259271"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323" name="Google Shape;323;p44"/>
          <p:cNvSpPr txBox="1"/>
          <p:nvPr>
            <p:ph idx="1" type="body"/>
          </p:nvPr>
        </p:nvSpPr>
        <p:spPr>
          <a:xfrm>
            <a:off x="452752" y="712175"/>
            <a:ext cx="6329700" cy="358200"/>
          </a:xfrm>
          <a:prstGeom prst="rect">
            <a:avLst/>
          </a:prstGeom>
          <a:noFill/>
          <a:ln>
            <a:noFill/>
          </a:ln>
        </p:spPr>
        <p:txBody>
          <a:bodyPr anchorCtr="0" anchor="t" bIns="34275" lIns="68575" spcFirstLastPara="1" rIns="68575" wrap="square" tIns="34275">
            <a:normAutofit/>
          </a:bodyPr>
          <a:lstStyle/>
          <a:p>
            <a:pPr indent="-304800" lvl="0" marL="457200" rtl="0" algn="l">
              <a:spcBef>
                <a:spcPts val="0"/>
              </a:spcBef>
              <a:spcAft>
                <a:spcPts val="0"/>
              </a:spcAft>
              <a:buSzPts val="1200"/>
              <a:buChar char="❖"/>
            </a:pPr>
            <a:r>
              <a:rPr b="1" lang="en-GB" sz="1200" u="sng"/>
              <a:t>Influence of Climate Factors &amp; Pest Risk on Seasonal Performance </a:t>
            </a:r>
            <a:endParaRPr b="1" sz="1200" u="sng"/>
          </a:p>
        </p:txBody>
      </p:sp>
      <p:pic>
        <p:nvPicPr>
          <p:cNvPr id="324" name="Google Shape;324;p44" title="Screenshot 2026-09-05 122210.png"/>
          <p:cNvPicPr preferRelativeResize="0"/>
          <p:nvPr/>
        </p:nvPicPr>
        <p:blipFill>
          <a:blip r:embed="rId4">
            <a:alphaModFix/>
          </a:blip>
          <a:stretch>
            <a:fillRect/>
          </a:stretch>
        </p:blipFill>
        <p:spPr>
          <a:xfrm>
            <a:off x="152400" y="1002837"/>
            <a:ext cx="8839200" cy="2387001"/>
          </a:xfrm>
          <a:prstGeom prst="rect">
            <a:avLst/>
          </a:prstGeom>
          <a:noFill/>
          <a:ln>
            <a:noFill/>
          </a:ln>
        </p:spPr>
      </p:pic>
      <p:sp>
        <p:nvSpPr>
          <p:cNvPr id="325" name="Google Shape;325;p44"/>
          <p:cNvSpPr txBox="1"/>
          <p:nvPr/>
        </p:nvSpPr>
        <p:spPr>
          <a:xfrm>
            <a:off x="630050" y="3389850"/>
            <a:ext cx="5975100" cy="3582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rgbClr val="3F3F3F"/>
              </a:buClr>
              <a:buSzPts val="1200"/>
              <a:buFont typeface="Trebuchet MS"/>
              <a:buChar char="❖"/>
            </a:pPr>
            <a:r>
              <a:rPr b="1" lang="en-GB" sz="1200" u="sng">
                <a:solidFill>
                  <a:srgbClr val="3F3F3F"/>
                </a:solidFill>
                <a:latin typeface="Trebuchet MS"/>
                <a:ea typeface="Trebuchet MS"/>
                <a:cs typeface="Trebuchet MS"/>
                <a:sym typeface="Trebuchet MS"/>
              </a:rPr>
              <a:t>Core Seasonal Agricultural &amp; Operational KPIs </a:t>
            </a:r>
            <a:endParaRPr b="1" sz="1200" u="sng">
              <a:solidFill>
                <a:srgbClr val="3F3F3F"/>
              </a:solidFill>
              <a:latin typeface="Trebuchet MS"/>
              <a:ea typeface="Trebuchet MS"/>
              <a:cs typeface="Trebuchet MS"/>
              <a:sym typeface="Trebuchet MS"/>
            </a:endParaRPr>
          </a:p>
        </p:txBody>
      </p:sp>
      <p:pic>
        <p:nvPicPr>
          <p:cNvPr id="326" name="Google Shape;326;p44" title="Screenshot 2026-09-05 122429.png"/>
          <p:cNvPicPr preferRelativeResize="0"/>
          <p:nvPr/>
        </p:nvPicPr>
        <p:blipFill>
          <a:blip r:embed="rId5">
            <a:alphaModFix/>
          </a:blip>
          <a:stretch>
            <a:fillRect/>
          </a:stretch>
        </p:blipFill>
        <p:spPr>
          <a:xfrm>
            <a:off x="506975" y="3748050"/>
            <a:ext cx="5099709" cy="1259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20"/>
                                        </p:tgtEl>
                                        <p:attrNameLst>
                                          <p:attrName>style.visibility</p:attrName>
                                        </p:attrNameLst>
                                      </p:cBhvr>
                                      <p:to>
                                        <p:strVal val="visible"/>
                                      </p:to>
                                    </p:set>
                                    <p:anim calcmode="lin" valueType="num">
                                      <p:cBhvr additive="base">
                                        <p:cTn dur="500"/>
                                        <p:tgtEl>
                                          <p:spTgt spid="320"/>
                                        </p:tgtEl>
                                        <p:attrNameLst>
                                          <p:attrName>ppt_w</p:attrName>
                                        </p:attrNameLst>
                                      </p:cBhvr>
                                      <p:tavLst>
                                        <p:tav fmla="" tm="0">
                                          <p:val>
                                            <p:strVal val="0"/>
                                          </p:val>
                                        </p:tav>
                                        <p:tav fmla="" tm="100000">
                                          <p:val>
                                            <p:strVal val="#ppt_w"/>
                                          </p:val>
                                        </p:tav>
                                      </p:tavLst>
                                    </p:anim>
                                    <p:anim calcmode="lin" valueType="num">
                                      <p:cBhvr additive="base">
                                        <p:cTn dur="500"/>
                                        <p:tgtEl>
                                          <p:spTgt spid="32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gtEl>
                                        <p:attrNameLst>
                                          <p:attrName>style.visibility</p:attrName>
                                        </p:attrNameLst>
                                      </p:cBhvr>
                                      <p:to>
                                        <p:strVal val="visible"/>
                                      </p:to>
                                    </p:set>
                                    <p:animEffect filter="fade" transition="in">
                                      <p:cBhvr>
                                        <p:cTn dur="1000"/>
                                        <p:tgtEl>
                                          <p:spTgt spid="3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1000"/>
                                        <p:tgtEl>
                                          <p:spTgt spid="3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0" st="0"/>
                                            </p:txEl>
                                          </p:spTgt>
                                        </p:tgtEl>
                                        <p:attrNameLst>
                                          <p:attrName>style.visibility</p:attrName>
                                        </p:attrNameLst>
                                      </p:cBhvr>
                                      <p:to>
                                        <p:strVal val="visible"/>
                                      </p:to>
                                    </p:set>
                                    <p:animEffect filter="fade" transition="in">
                                      <p:cBhvr>
                                        <p:cTn dur="1000"/>
                                        <p:tgtEl>
                                          <p:spTgt spid="32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pic>
        <p:nvPicPr>
          <p:cNvPr id="331" name="Google Shape;331;p45"/>
          <p:cNvPicPr preferRelativeResize="0"/>
          <p:nvPr/>
        </p:nvPicPr>
        <p:blipFill rotWithShape="1">
          <a:blip r:embed="rId3">
            <a:alphaModFix/>
          </a:blip>
          <a:srcRect b="0" l="0" r="0" t="96181"/>
          <a:stretch/>
        </p:blipFill>
        <p:spPr>
          <a:xfrm>
            <a:off x="506968" y="4853940"/>
            <a:ext cx="1607344" cy="144780"/>
          </a:xfrm>
          <a:prstGeom prst="rect">
            <a:avLst/>
          </a:prstGeom>
          <a:noFill/>
          <a:ln>
            <a:noFill/>
          </a:ln>
        </p:spPr>
      </p:pic>
      <p:sp>
        <p:nvSpPr>
          <p:cNvPr id="332" name="Google Shape;332;p45"/>
          <p:cNvSpPr txBox="1"/>
          <p:nvPr>
            <p:ph type="title"/>
          </p:nvPr>
        </p:nvSpPr>
        <p:spPr>
          <a:xfrm>
            <a:off x="240718" y="124267"/>
            <a:ext cx="3551700" cy="623100"/>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Clr>
                <a:schemeClr val="dk1"/>
              </a:buClr>
              <a:buSzPts val="3000"/>
              <a:buFont typeface="Trebuchet MS"/>
              <a:buNone/>
            </a:pPr>
            <a:r>
              <a:rPr lang="en-GB" sz="3200" u="sng"/>
              <a:t>FUTURE SCOPE</a:t>
            </a:r>
            <a:endParaRPr sz="3200" u="sng"/>
          </a:p>
        </p:txBody>
      </p:sp>
      <p:sp>
        <p:nvSpPr>
          <p:cNvPr id="333" name="Google Shape;333;p45"/>
          <p:cNvSpPr txBox="1"/>
          <p:nvPr/>
        </p:nvSpPr>
        <p:spPr>
          <a:xfrm>
            <a:off x="240737"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334" name="Google Shape;334;p45"/>
          <p:cNvSpPr txBox="1"/>
          <p:nvPr/>
        </p:nvSpPr>
        <p:spPr>
          <a:xfrm>
            <a:off x="3259271"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335" name="Google Shape;335;p45"/>
          <p:cNvSpPr txBox="1"/>
          <p:nvPr/>
        </p:nvSpPr>
        <p:spPr>
          <a:xfrm>
            <a:off x="426675" y="898525"/>
            <a:ext cx="6174000" cy="38871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Char char="●"/>
            </a:pPr>
            <a:r>
              <a:rPr b="1" lang="en-GB" sz="1200">
                <a:solidFill>
                  <a:schemeClr val="dk1"/>
                </a:solidFill>
              </a:rPr>
              <a:t>ML Yield Forecasting:</a:t>
            </a:r>
            <a:r>
              <a:rPr lang="en-GB" sz="1200">
                <a:solidFill>
                  <a:schemeClr val="dk1"/>
                </a:solidFill>
              </a:rPr>
              <a:t> Deploy predictive models (XGBoost/Random Forest) to forecast seasonal crop yield and revenue.</a:t>
            </a:r>
            <a:endParaRPr sz="1200">
              <a:solidFill>
                <a:schemeClr val="dk1"/>
              </a:solidFill>
            </a:endParaRPr>
          </a:p>
          <a:p>
            <a:pPr indent="0" lvl="0" marL="457200" rtl="0" algn="l">
              <a:lnSpc>
                <a:spcPct val="115000"/>
              </a:lnSpc>
              <a:spcBef>
                <a:spcPts val="0"/>
              </a:spcBef>
              <a:spcAft>
                <a:spcPts val="0"/>
              </a:spcAft>
              <a:buNone/>
            </a:pPr>
            <a:r>
              <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GB" sz="1200">
                <a:solidFill>
                  <a:schemeClr val="dk1"/>
                </a:solidFill>
              </a:rPr>
              <a:t>IoT &amp; Satellite Integration:</a:t>
            </a:r>
            <a:r>
              <a:rPr lang="en-GB" sz="1200">
                <a:solidFill>
                  <a:schemeClr val="dk1"/>
                </a:solidFill>
              </a:rPr>
              <a:t> Connect live weather stations and satellite imagery for real-time soil and moisture monitoring.</a:t>
            </a:r>
            <a:endParaRPr sz="1200">
              <a:solidFill>
                <a:schemeClr val="dk1"/>
              </a:solidFill>
            </a:endParaRPr>
          </a:p>
          <a:p>
            <a:pPr indent="0" lvl="0" marL="457200" rtl="0" algn="l">
              <a:lnSpc>
                <a:spcPct val="115000"/>
              </a:lnSpc>
              <a:spcBef>
                <a:spcPts val="0"/>
              </a:spcBef>
              <a:spcAft>
                <a:spcPts val="0"/>
              </a:spcAft>
              <a:buNone/>
            </a:pPr>
            <a:r>
              <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GB" sz="1200">
                <a:solidFill>
                  <a:schemeClr val="dk1"/>
                </a:solidFill>
              </a:rPr>
              <a:t>Smart Irrigation Scheduling:</a:t>
            </a:r>
            <a:r>
              <a:rPr lang="en-GB" sz="1200">
                <a:solidFill>
                  <a:schemeClr val="dk1"/>
                </a:solidFill>
              </a:rPr>
              <a:t> Automate drip and sprinkler timing using real-time weather and evapotranspiration data.</a:t>
            </a:r>
            <a:endParaRPr sz="1200">
              <a:solidFill>
                <a:schemeClr val="dk1"/>
              </a:solidFill>
            </a:endParaRPr>
          </a:p>
          <a:p>
            <a:pPr indent="0" lvl="0" marL="457200" rtl="0" algn="l">
              <a:lnSpc>
                <a:spcPct val="115000"/>
              </a:lnSpc>
              <a:spcBef>
                <a:spcPts val="0"/>
              </a:spcBef>
              <a:spcAft>
                <a:spcPts val="0"/>
              </a:spcAft>
              <a:buNone/>
            </a:pPr>
            <a:r>
              <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GB" sz="1200">
                <a:solidFill>
                  <a:schemeClr val="dk1"/>
                </a:solidFill>
              </a:rPr>
              <a:t>Early Pest Warning System:</a:t>
            </a:r>
            <a:r>
              <a:rPr lang="en-GB" sz="1200">
                <a:solidFill>
                  <a:schemeClr val="dk1"/>
                </a:solidFill>
              </a:rPr>
              <a:t> Trigger automated alerts when rainfall and humidity hit disease thresholds.</a:t>
            </a:r>
            <a:endParaRPr sz="1200">
              <a:solidFill>
                <a:schemeClr val="dk1"/>
              </a:solidFill>
            </a:endParaRPr>
          </a:p>
          <a:p>
            <a:pPr indent="0" lvl="0" marL="457200" rtl="0" algn="l">
              <a:lnSpc>
                <a:spcPct val="115000"/>
              </a:lnSpc>
              <a:spcBef>
                <a:spcPts val="0"/>
              </a:spcBef>
              <a:spcAft>
                <a:spcPts val="0"/>
              </a:spcAft>
              <a:buNone/>
            </a:pPr>
            <a:r>
              <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GB" sz="1200">
                <a:solidFill>
                  <a:schemeClr val="dk1"/>
                </a:solidFill>
              </a:rPr>
              <a:t>Web &amp; Mobile App Deployment:</a:t>
            </a:r>
            <a:r>
              <a:rPr lang="en-GB" sz="1200">
                <a:solidFill>
                  <a:schemeClr val="dk1"/>
                </a:solidFill>
              </a:rPr>
              <a:t> Package insights into an interactive Streamlit dashboard for farmers and extension officers.</a:t>
            </a:r>
            <a:endParaRPr sz="1200">
              <a:solidFill>
                <a:schemeClr val="dk1"/>
              </a:solidFill>
            </a:endParaRPr>
          </a:p>
          <a:p>
            <a:pPr indent="0" lvl="0" marL="457200" rtl="0" algn="l">
              <a:spcBef>
                <a:spcPts val="0"/>
              </a:spcBef>
              <a:spcAft>
                <a:spcPts val="0"/>
              </a:spcAft>
              <a:buNone/>
            </a:pPr>
            <a:r>
              <a:t/>
            </a:r>
            <a:endParaRPr>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32"/>
                                        </p:tgtEl>
                                        <p:attrNameLst>
                                          <p:attrName>style.visibility</p:attrName>
                                        </p:attrNameLst>
                                      </p:cBhvr>
                                      <p:to>
                                        <p:strVal val="visible"/>
                                      </p:to>
                                    </p:set>
                                    <p:anim calcmode="lin" valueType="num">
                                      <p:cBhvr additive="base">
                                        <p:cTn dur="500"/>
                                        <p:tgtEl>
                                          <p:spTgt spid="332"/>
                                        </p:tgtEl>
                                        <p:attrNameLst>
                                          <p:attrName>ppt_w</p:attrName>
                                        </p:attrNameLst>
                                      </p:cBhvr>
                                      <p:tavLst>
                                        <p:tav fmla="" tm="0">
                                          <p:val>
                                            <p:strVal val="0"/>
                                          </p:val>
                                        </p:tav>
                                        <p:tav fmla="" tm="100000">
                                          <p:val>
                                            <p:strVal val="#ppt_w"/>
                                          </p:val>
                                        </p:tav>
                                      </p:tavLst>
                                    </p:anim>
                                    <p:anim calcmode="lin" valueType="num">
                                      <p:cBhvr additive="base">
                                        <p:cTn dur="500"/>
                                        <p:tgtEl>
                                          <p:spTgt spid="33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1000"/>
                                        <p:tgtEl>
                                          <p:spTgt spid="3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1000"/>
                                        <p:tgtEl>
                                          <p:spTgt spid="3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pic>
        <p:nvPicPr>
          <p:cNvPr id="340" name="Google Shape;340;p46"/>
          <p:cNvPicPr preferRelativeResize="0"/>
          <p:nvPr/>
        </p:nvPicPr>
        <p:blipFill rotWithShape="1">
          <a:blip r:embed="rId3">
            <a:alphaModFix/>
          </a:blip>
          <a:srcRect b="0" l="0" r="0" t="96181"/>
          <a:stretch/>
        </p:blipFill>
        <p:spPr>
          <a:xfrm>
            <a:off x="506968" y="4853940"/>
            <a:ext cx="1607344" cy="144780"/>
          </a:xfrm>
          <a:prstGeom prst="rect">
            <a:avLst/>
          </a:prstGeom>
          <a:noFill/>
          <a:ln>
            <a:noFill/>
          </a:ln>
        </p:spPr>
      </p:pic>
      <p:sp>
        <p:nvSpPr>
          <p:cNvPr id="341" name="Google Shape;341;p46"/>
          <p:cNvSpPr txBox="1"/>
          <p:nvPr>
            <p:ph type="title"/>
          </p:nvPr>
        </p:nvSpPr>
        <p:spPr>
          <a:xfrm>
            <a:off x="335218" y="187542"/>
            <a:ext cx="3551700" cy="623100"/>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Clr>
                <a:schemeClr val="dk1"/>
              </a:buClr>
              <a:buSzPts val="3000"/>
              <a:buFont typeface="Trebuchet MS"/>
              <a:buNone/>
            </a:pPr>
            <a:r>
              <a:rPr lang="en-GB" sz="3200" u="sng"/>
              <a:t>GitHub Link</a:t>
            </a:r>
            <a:endParaRPr sz="3200" u="sng"/>
          </a:p>
        </p:txBody>
      </p:sp>
      <p:sp>
        <p:nvSpPr>
          <p:cNvPr id="342" name="Google Shape;342;p46"/>
          <p:cNvSpPr txBox="1"/>
          <p:nvPr/>
        </p:nvSpPr>
        <p:spPr>
          <a:xfrm>
            <a:off x="240737"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343" name="Google Shape;343;p46"/>
          <p:cNvSpPr txBox="1"/>
          <p:nvPr/>
        </p:nvSpPr>
        <p:spPr>
          <a:xfrm>
            <a:off x="3259271"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344" name="Google Shape;344;p46"/>
          <p:cNvSpPr txBox="1"/>
          <p:nvPr/>
        </p:nvSpPr>
        <p:spPr>
          <a:xfrm>
            <a:off x="444750" y="1802500"/>
            <a:ext cx="6825000" cy="68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u="sng">
                <a:solidFill>
                  <a:schemeClr val="hlink"/>
                </a:solidFill>
                <a:latin typeface="Trebuchet MS"/>
                <a:ea typeface="Trebuchet MS"/>
                <a:cs typeface="Trebuchet MS"/>
                <a:sym typeface="Trebuchet MS"/>
                <a:hlinkClick r:id="rId4"/>
              </a:rPr>
              <a:t>https://github.com/Anjana-0404/Seasonal-Agriculture-Performance-Analysis/tree/main</a:t>
            </a:r>
            <a:endParaRPr>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41"/>
                                        </p:tgtEl>
                                        <p:attrNameLst>
                                          <p:attrName>style.visibility</p:attrName>
                                        </p:attrNameLst>
                                      </p:cBhvr>
                                      <p:to>
                                        <p:strVal val="visible"/>
                                      </p:to>
                                    </p:set>
                                    <p:anim calcmode="lin" valueType="num">
                                      <p:cBhvr additive="base">
                                        <p:cTn dur="500"/>
                                        <p:tgtEl>
                                          <p:spTgt spid="341"/>
                                        </p:tgtEl>
                                        <p:attrNameLst>
                                          <p:attrName>ppt_w</p:attrName>
                                        </p:attrNameLst>
                                      </p:cBhvr>
                                      <p:tavLst>
                                        <p:tav fmla="" tm="0">
                                          <p:val>
                                            <p:strVal val="0"/>
                                          </p:val>
                                        </p:tav>
                                        <p:tav fmla="" tm="100000">
                                          <p:val>
                                            <p:strVal val="#ppt_w"/>
                                          </p:val>
                                        </p:tav>
                                      </p:tavLst>
                                    </p:anim>
                                    <p:anim calcmode="lin" valueType="num">
                                      <p:cBhvr additive="base">
                                        <p:cTn dur="500"/>
                                        <p:tgtEl>
                                          <p:spTgt spid="34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1000"/>
                                        <p:tgtEl>
                                          <p:spTgt spid="3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1000"/>
                                        <p:tgtEl>
                                          <p:spTgt spid="3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pic>
        <p:nvPicPr>
          <p:cNvPr id="349" name="Google Shape;349;p47"/>
          <p:cNvPicPr preferRelativeResize="0"/>
          <p:nvPr/>
        </p:nvPicPr>
        <p:blipFill rotWithShape="1">
          <a:blip r:embed="rId3">
            <a:alphaModFix/>
          </a:blip>
          <a:srcRect b="0" l="0" r="0" t="96181"/>
          <a:stretch/>
        </p:blipFill>
        <p:spPr>
          <a:xfrm>
            <a:off x="506968" y="4853940"/>
            <a:ext cx="1607344" cy="144780"/>
          </a:xfrm>
          <a:prstGeom prst="rect">
            <a:avLst/>
          </a:prstGeom>
          <a:noFill/>
          <a:ln>
            <a:noFill/>
          </a:ln>
        </p:spPr>
      </p:pic>
      <p:sp>
        <p:nvSpPr>
          <p:cNvPr id="350" name="Google Shape;350;p47"/>
          <p:cNvSpPr txBox="1"/>
          <p:nvPr>
            <p:ph type="title"/>
          </p:nvPr>
        </p:nvSpPr>
        <p:spPr>
          <a:xfrm>
            <a:off x="100200" y="88150"/>
            <a:ext cx="7847400" cy="7470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2400"/>
              <a:buFont typeface="Trebuchet MS"/>
              <a:buNone/>
            </a:pPr>
            <a:r>
              <a:rPr lang="en-GB" sz="3200" u="sng"/>
              <a:t>VOIS Course completion certificate - </a:t>
            </a:r>
            <a:br>
              <a:rPr lang="en-GB" sz="3200" u="sng"/>
            </a:br>
            <a:endParaRPr sz="3200" u="sng"/>
          </a:p>
        </p:txBody>
      </p:sp>
      <p:sp>
        <p:nvSpPr>
          <p:cNvPr id="351" name="Google Shape;351;p47"/>
          <p:cNvSpPr txBox="1"/>
          <p:nvPr/>
        </p:nvSpPr>
        <p:spPr>
          <a:xfrm>
            <a:off x="3259271" y="956528"/>
            <a:ext cx="2507671" cy="49955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200"/>
              <a:buFont typeface="Noto Sans Symbols"/>
              <a:buNone/>
            </a:pPr>
            <a:r>
              <a:t/>
            </a:r>
            <a:endParaRPr sz="1500">
              <a:solidFill>
                <a:schemeClr val="dk1"/>
              </a:solidFill>
              <a:latin typeface="Trebuchet MS"/>
              <a:ea typeface="Trebuchet MS"/>
              <a:cs typeface="Trebuchet MS"/>
              <a:sym typeface="Trebuchet MS"/>
            </a:endParaRPr>
          </a:p>
        </p:txBody>
      </p:sp>
      <p:sp>
        <p:nvSpPr>
          <p:cNvPr id="352" name="Google Shape;352;p47"/>
          <p:cNvSpPr txBox="1"/>
          <p:nvPr/>
        </p:nvSpPr>
        <p:spPr>
          <a:xfrm>
            <a:off x="218750" y="826225"/>
            <a:ext cx="5460000" cy="4995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Trebuchet MS"/>
              <a:buChar char="●"/>
            </a:pPr>
            <a:r>
              <a:rPr b="1" lang="en-GB">
                <a:solidFill>
                  <a:schemeClr val="dk1"/>
                </a:solidFill>
                <a:latin typeface="Trebuchet MS"/>
                <a:ea typeface="Trebuchet MS"/>
                <a:cs typeface="Trebuchet MS"/>
                <a:sym typeface="Trebuchet MS"/>
              </a:rPr>
              <a:t>Course name- Data Visualization</a:t>
            </a:r>
            <a:r>
              <a:rPr b="1" lang="en-GB" u="sng">
                <a:solidFill>
                  <a:schemeClr val="dk1"/>
                </a:solidFill>
                <a:latin typeface="Trebuchet MS"/>
                <a:ea typeface="Trebuchet MS"/>
                <a:cs typeface="Trebuchet MS"/>
                <a:sym typeface="Trebuchet MS"/>
              </a:rPr>
              <a:t> </a:t>
            </a:r>
            <a:endParaRPr>
              <a:solidFill>
                <a:srgbClr val="3F3F3F"/>
              </a:solidFill>
              <a:latin typeface="Trebuchet MS"/>
              <a:ea typeface="Trebuchet MS"/>
              <a:cs typeface="Trebuchet MS"/>
              <a:sym typeface="Trebuchet MS"/>
            </a:endParaRPr>
          </a:p>
        </p:txBody>
      </p:sp>
      <p:pic>
        <p:nvPicPr>
          <p:cNvPr id="353" name="Google Shape;353;p47" title="Screenshot 2026-09-06 180516.png"/>
          <p:cNvPicPr preferRelativeResize="0"/>
          <p:nvPr/>
        </p:nvPicPr>
        <p:blipFill>
          <a:blip r:embed="rId4">
            <a:alphaModFix/>
          </a:blip>
          <a:stretch>
            <a:fillRect/>
          </a:stretch>
        </p:blipFill>
        <p:spPr>
          <a:xfrm>
            <a:off x="1865661" y="1325737"/>
            <a:ext cx="4791613" cy="338261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50"/>
                                        </p:tgtEl>
                                        <p:attrNameLst>
                                          <p:attrName>style.visibility</p:attrName>
                                        </p:attrNameLst>
                                      </p:cBhvr>
                                      <p:to>
                                        <p:strVal val="visible"/>
                                      </p:to>
                                    </p:set>
                                    <p:anim calcmode="lin" valueType="num">
                                      <p:cBhvr additive="base">
                                        <p:cTn dur="500"/>
                                        <p:tgtEl>
                                          <p:spTgt spid="350"/>
                                        </p:tgtEl>
                                        <p:attrNameLst>
                                          <p:attrName>ppt_w</p:attrName>
                                        </p:attrNameLst>
                                      </p:cBhvr>
                                      <p:tavLst>
                                        <p:tav fmla="" tm="0">
                                          <p:val>
                                            <p:strVal val="0"/>
                                          </p:val>
                                        </p:tav>
                                        <p:tav fmla="" tm="100000">
                                          <p:val>
                                            <p:strVal val="#ppt_w"/>
                                          </p:val>
                                        </p:tav>
                                      </p:tavLst>
                                    </p:anim>
                                    <p:anim calcmode="lin" valueType="num">
                                      <p:cBhvr additive="base">
                                        <p:cTn dur="500"/>
                                        <p:tgtEl>
                                          <p:spTgt spid="35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1000"/>
                                        <p:tgtEl>
                                          <p:spTgt spid="3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8"/>
          <p:cNvSpPr txBox="1"/>
          <p:nvPr>
            <p:ph type="title"/>
          </p:nvPr>
        </p:nvSpPr>
        <p:spPr>
          <a:xfrm>
            <a:off x="319500" y="2277850"/>
            <a:ext cx="8505000" cy="525000"/>
          </a:xfrm>
          <a:prstGeom prst="rect">
            <a:avLst/>
          </a:prstGeom>
          <a:noFill/>
          <a:ln>
            <a:noFill/>
          </a:ln>
        </p:spPr>
        <p:txBody>
          <a:bodyPr anchorCtr="0" anchor="ctr" bIns="34275" lIns="68575" spcFirstLastPara="1" rIns="68575" wrap="square" tIns="34275">
            <a:normAutofit fontScale="90000"/>
          </a:bodyPr>
          <a:lstStyle/>
          <a:p>
            <a:pPr indent="0" lvl="0" marL="0" rtl="0" algn="ctr">
              <a:spcBef>
                <a:spcPts val="0"/>
              </a:spcBef>
              <a:spcAft>
                <a:spcPts val="0"/>
              </a:spcAft>
              <a:buClr>
                <a:schemeClr val="dk1"/>
              </a:buClr>
              <a:buSzPct val="112500"/>
              <a:buFont typeface="Trebuchet MS"/>
              <a:buNone/>
            </a:pPr>
            <a:r>
              <a:rPr b="1" lang="en-GB" sz="3200" u="sng">
                <a:solidFill>
                  <a:schemeClr val="dk1"/>
                </a:solidFill>
              </a:rPr>
              <a:t>Thank you</a:t>
            </a:r>
            <a:endParaRPr b="1" sz="3200" u="sng">
              <a:solidFill>
                <a:schemeClr val="dk1"/>
              </a:solidFill>
            </a:endParaRPr>
          </a:p>
        </p:txBody>
      </p:sp>
      <p:sp>
        <p:nvSpPr>
          <p:cNvPr id="359" name="Google Shape;359;p48"/>
          <p:cNvSpPr txBox="1"/>
          <p:nvPr>
            <p:ph idx="8" type="body"/>
          </p:nvPr>
        </p:nvSpPr>
        <p:spPr>
          <a:xfrm>
            <a:off x="2795899" y="3481444"/>
            <a:ext cx="1604771" cy="831476"/>
          </a:xfrm>
          <a:prstGeom prst="rect">
            <a:avLst/>
          </a:prstGeom>
          <a:noFill/>
          <a:ln>
            <a:noFill/>
          </a:ln>
        </p:spPr>
        <p:txBody>
          <a:bodyPr anchorCtr="0" anchor="t" bIns="34275" lIns="68575" spcFirstLastPara="1" rIns="68575" wrap="square" tIns="34275">
            <a:normAutofit/>
          </a:bodyPr>
          <a:lstStyle/>
          <a:p>
            <a:pPr indent="0" lvl="0" marL="0" rtl="0" algn="ctr">
              <a:spcBef>
                <a:spcPts val="0"/>
              </a:spcBef>
              <a:spcAft>
                <a:spcPts val="0"/>
              </a:spcAft>
              <a:buSzPts val="1000"/>
              <a:buNone/>
            </a:pPr>
            <a:r>
              <a:rPr lang="en-GB"/>
              <a:t>.</a:t>
            </a:r>
            <a:endParaRPr/>
          </a:p>
        </p:txBody>
      </p:sp>
      <p:sp>
        <p:nvSpPr>
          <p:cNvPr id="360" name="Google Shape;360;p48"/>
          <p:cNvSpPr txBox="1"/>
          <p:nvPr/>
        </p:nvSpPr>
        <p:spPr>
          <a:xfrm>
            <a:off x="658753" y="3101085"/>
            <a:ext cx="1947431" cy="340439"/>
          </a:xfrm>
          <a:prstGeom prst="rect">
            <a:avLst/>
          </a:prstGeom>
          <a:noFill/>
          <a:ln>
            <a:noFill/>
          </a:ln>
        </p:spPr>
        <p:txBody>
          <a:bodyPr anchorCtr="0" anchor="t" bIns="34275" lIns="68575" spcFirstLastPara="1" rIns="68575" wrap="square" tIns="34275">
            <a:normAutofit lnSpcReduction="10000"/>
          </a:bodyPr>
          <a:lstStyle/>
          <a:p>
            <a:pPr indent="0" lvl="0" marL="0" marR="0" rtl="0" algn="ctr">
              <a:spcBef>
                <a:spcPts val="0"/>
              </a:spcBef>
              <a:spcAft>
                <a:spcPts val="0"/>
              </a:spcAft>
              <a:buClr>
                <a:schemeClr val="accent1"/>
              </a:buClr>
              <a:buSzPts val="1400"/>
              <a:buFont typeface="Noto Sans Symbols"/>
              <a:buNone/>
            </a:pPr>
            <a:r>
              <a:t/>
            </a:r>
            <a:endParaRPr b="1" sz="1800">
              <a:solidFill>
                <a:schemeClr val="accent4"/>
              </a:solidFill>
              <a:latin typeface="Trebuchet MS"/>
              <a:ea typeface="Trebuchet MS"/>
              <a:cs typeface="Trebuchet MS"/>
              <a:sym typeface="Trebuchet MS"/>
            </a:endParaRPr>
          </a:p>
        </p:txBody>
      </p:sp>
      <p:sp>
        <p:nvSpPr>
          <p:cNvPr id="361" name="Google Shape;361;p48"/>
          <p:cNvSpPr txBox="1"/>
          <p:nvPr/>
        </p:nvSpPr>
        <p:spPr>
          <a:xfrm>
            <a:off x="4015131" y="2971930"/>
            <a:ext cx="1947431" cy="34043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300"/>
              <a:buFont typeface="Noto Sans Symbols"/>
              <a:buNone/>
            </a:pPr>
            <a:r>
              <a:t/>
            </a:r>
            <a:endParaRPr b="1" sz="1700">
              <a:solidFill>
                <a:schemeClr val="accent4"/>
              </a:solidFill>
              <a:latin typeface="Trebuchet MS"/>
              <a:ea typeface="Trebuchet MS"/>
              <a:cs typeface="Trebuchet MS"/>
              <a:sym typeface="Trebuchet MS"/>
            </a:endParaRPr>
          </a:p>
        </p:txBody>
      </p:sp>
      <p:sp>
        <p:nvSpPr>
          <p:cNvPr id="362" name="Google Shape;362;p48"/>
          <p:cNvSpPr txBox="1"/>
          <p:nvPr/>
        </p:nvSpPr>
        <p:spPr>
          <a:xfrm>
            <a:off x="5841872" y="2971929"/>
            <a:ext cx="1947431" cy="34043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300"/>
              <a:buFont typeface="Noto Sans Symbols"/>
              <a:buNone/>
            </a:pPr>
            <a:r>
              <a:t/>
            </a:r>
            <a:endParaRPr b="1" sz="1700">
              <a:solidFill>
                <a:schemeClr val="accent4"/>
              </a:solidFill>
              <a:latin typeface="Trebuchet MS"/>
              <a:ea typeface="Trebuchet MS"/>
              <a:cs typeface="Trebuchet MS"/>
              <a:sym typeface="Trebuchet MS"/>
            </a:endParaRPr>
          </a:p>
        </p:txBody>
      </p:sp>
      <p:sp>
        <p:nvSpPr>
          <p:cNvPr id="363" name="Google Shape;363;p48"/>
          <p:cNvSpPr txBox="1"/>
          <p:nvPr/>
        </p:nvSpPr>
        <p:spPr>
          <a:xfrm>
            <a:off x="4572000" y="3481444"/>
            <a:ext cx="1604771" cy="831476"/>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000"/>
              <a:buFont typeface="Noto Sans Symbols"/>
              <a:buNone/>
            </a:pPr>
            <a:r>
              <a:t/>
            </a:r>
            <a:endParaRPr sz="1200">
              <a:solidFill>
                <a:schemeClr val="dk1"/>
              </a:solidFill>
              <a:latin typeface="Trebuchet MS"/>
              <a:ea typeface="Trebuchet MS"/>
              <a:cs typeface="Trebuchet MS"/>
              <a:sym typeface="Trebuchet MS"/>
            </a:endParaRPr>
          </a:p>
        </p:txBody>
      </p:sp>
      <p:sp>
        <p:nvSpPr>
          <p:cNvPr id="364" name="Google Shape;364;p48"/>
          <p:cNvSpPr txBox="1"/>
          <p:nvPr/>
        </p:nvSpPr>
        <p:spPr>
          <a:xfrm>
            <a:off x="6443522" y="3481444"/>
            <a:ext cx="1604771" cy="831476"/>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Clr>
                <a:schemeClr val="accent1"/>
              </a:buClr>
              <a:buSzPts val="1000"/>
              <a:buFont typeface="Noto Sans Symbols"/>
              <a:buNone/>
            </a:pPr>
            <a:r>
              <a:rPr lang="en-GB" sz="1200">
                <a:solidFill>
                  <a:schemeClr val="dk1"/>
                </a:solidFill>
                <a:latin typeface="Trebuchet MS"/>
                <a:ea typeface="Trebuchet MS"/>
                <a:cs typeface="Trebuchet MS"/>
                <a:sym typeface="Trebuchet MS"/>
              </a:rPr>
              <a:t>.</a:t>
            </a:r>
            <a:endParaRPr sz="1100"/>
          </a:p>
        </p:txBody>
      </p:sp>
      <p:pic>
        <p:nvPicPr>
          <p:cNvPr id="365" name="Google Shape;365;p48"/>
          <p:cNvPicPr preferRelativeResize="0"/>
          <p:nvPr/>
        </p:nvPicPr>
        <p:blipFill rotWithShape="1">
          <a:blip r:embed="rId3">
            <a:alphaModFix/>
          </a:blip>
          <a:srcRect b="0" l="0" r="0" t="96181"/>
          <a:stretch/>
        </p:blipFill>
        <p:spPr>
          <a:xfrm>
            <a:off x="506968" y="4853940"/>
            <a:ext cx="1607344" cy="1447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58"/>
                                        </p:tgtEl>
                                        <p:attrNameLst>
                                          <p:attrName>style.visibility</p:attrName>
                                        </p:attrNameLst>
                                      </p:cBhvr>
                                      <p:to>
                                        <p:strVal val="visible"/>
                                      </p:to>
                                    </p:set>
                                    <p:anim calcmode="lin" valueType="num">
                                      <p:cBhvr additive="base">
                                        <p:cTn dur="500"/>
                                        <p:tgtEl>
                                          <p:spTgt spid="358"/>
                                        </p:tgtEl>
                                        <p:attrNameLst>
                                          <p:attrName>ppt_w</p:attrName>
                                        </p:attrNameLst>
                                      </p:cBhvr>
                                      <p:tavLst>
                                        <p:tav fmla="" tm="0">
                                          <p:val>
                                            <p:strVal val="0"/>
                                          </p:val>
                                        </p:tav>
                                        <p:tav fmla="" tm="100000">
                                          <p:val>
                                            <p:strVal val="#ppt_w"/>
                                          </p:val>
                                        </p:tav>
                                      </p:tavLst>
                                    </p:anim>
                                    <p:anim calcmode="lin" valueType="num">
                                      <p:cBhvr additive="base">
                                        <p:cTn dur="500"/>
                                        <p:tgtEl>
                                          <p:spTgt spid="35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500"/>
                                        <p:tgtEl>
                                          <p:spTgt spid="3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xEl>
                                              <p:pRg end="0" st="0"/>
                                            </p:txEl>
                                          </p:spTgt>
                                        </p:tgtEl>
                                        <p:attrNameLst>
                                          <p:attrName>style.visibility</p:attrName>
                                        </p:attrNameLst>
                                      </p:cBhvr>
                                      <p:to>
                                        <p:strVal val="visible"/>
                                      </p:to>
                                    </p:set>
                                    <p:animEffect filter="fade" transition="in">
                                      <p:cBhvr>
                                        <p:cTn dur="500"/>
                                        <p:tgtEl>
                                          <p:spTgt spid="35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500"/>
                                        <p:tgtEl>
                                          <p:spTgt spid="3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500"/>
                                        <p:tgtEl>
                                          <p:spTgt spid="3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500"/>
                                        <p:tgtEl>
                                          <p:spTgt spid="3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500"/>
                                        <p:tgtEl>
                                          <p:spTgt spid="3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